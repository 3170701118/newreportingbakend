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0" r:id="rId2"/>
    <p:sldId id="264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3255"/>
    <a:srgbClr val="017FD5"/>
    <a:srgbClr val="355C9D"/>
    <a:srgbClr val="244D85"/>
    <a:srgbClr val="00B0F0"/>
    <a:srgbClr val="0084D6"/>
    <a:srgbClr val="231815"/>
    <a:srgbClr val="2799E0"/>
    <a:srgbClr val="04DC9D"/>
    <a:srgbClr val="313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78" autoAdjust="0"/>
    <p:restoredTop sz="96416" autoAdjust="0"/>
  </p:normalViewPr>
  <p:slideViewPr>
    <p:cSldViewPr snapToGrid="0" showGuides="1">
      <p:cViewPr varScale="1">
        <p:scale>
          <a:sx n="65" d="100"/>
          <a:sy n="65" d="100"/>
        </p:scale>
        <p:origin x="62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85BC1A-E2B8-4202-BF79-92CDD53F6B02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BFBF8-7162-44EF-BC57-DB29FFFC2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030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88" y="372834"/>
            <a:ext cx="2192399" cy="90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9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328721" y="340521"/>
            <a:ext cx="11534559" cy="443164"/>
            <a:chOff x="328721" y="340521"/>
            <a:chExt cx="11534559" cy="44316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39968" y="416657"/>
              <a:ext cx="1532877" cy="367028"/>
            </a:xfrm>
            <a:prstGeom prst="rect">
              <a:avLst/>
            </a:prstGeom>
          </p:spPr>
        </p:pic>
        <p:cxnSp>
          <p:nvCxnSpPr>
            <p:cNvPr id="8" name="直接连接符 7"/>
            <p:cNvCxnSpPr/>
            <p:nvPr/>
          </p:nvCxnSpPr>
          <p:spPr>
            <a:xfrm flipH="1">
              <a:off x="328721" y="774354"/>
              <a:ext cx="10983147" cy="0"/>
            </a:xfrm>
            <a:prstGeom prst="line">
              <a:avLst/>
            </a:prstGeom>
            <a:ln w="28575">
              <a:gradFill>
                <a:gsLst>
                  <a:gs pos="25000">
                    <a:srgbClr val="C00000"/>
                  </a:gs>
                  <a:gs pos="100000">
                    <a:srgbClr val="017FD5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任意多边形 8"/>
            <p:cNvSpPr/>
            <p:nvPr/>
          </p:nvSpPr>
          <p:spPr>
            <a:xfrm>
              <a:off x="328721" y="340521"/>
              <a:ext cx="1428913" cy="433832"/>
            </a:xfrm>
            <a:custGeom>
              <a:avLst/>
              <a:gdLst>
                <a:gd name="connsiteX0" fmla="*/ 216918 w 1428913"/>
                <a:gd name="connsiteY0" fmla="*/ 0 h 433832"/>
                <a:gd name="connsiteX1" fmla="*/ 1048654 w 1428913"/>
                <a:gd name="connsiteY1" fmla="*/ 0 h 433832"/>
                <a:gd name="connsiteX2" fmla="*/ 1265570 w 1428913"/>
                <a:gd name="connsiteY2" fmla="*/ 216916 h 433832"/>
                <a:gd name="connsiteX3" fmla="*/ 1398053 w 1428913"/>
                <a:gd name="connsiteY3" fmla="*/ 416786 h 433832"/>
                <a:gd name="connsiteX4" fmla="*/ 1428913 w 1428913"/>
                <a:gd name="connsiteY4" fmla="*/ 426365 h 433832"/>
                <a:gd name="connsiteX5" fmla="*/ 1428913 w 1428913"/>
                <a:gd name="connsiteY5" fmla="*/ 433832 h 433832"/>
                <a:gd name="connsiteX6" fmla="*/ 1048654 w 1428913"/>
                <a:gd name="connsiteY6" fmla="*/ 433832 h 433832"/>
                <a:gd name="connsiteX7" fmla="*/ 216918 w 1428913"/>
                <a:gd name="connsiteY7" fmla="*/ 433832 h 433832"/>
                <a:gd name="connsiteX8" fmla="*/ 0 w 1428913"/>
                <a:gd name="connsiteY8" fmla="*/ 433832 h 433832"/>
                <a:gd name="connsiteX9" fmla="*/ 0 w 1428913"/>
                <a:gd name="connsiteY9" fmla="*/ 216916 h 433832"/>
                <a:gd name="connsiteX10" fmla="*/ 2 w 1428913"/>
                <a:gd name="connsiteY10" fmla="*/ 216916 h 433832"/>
                <a:gd name="connsiteX11" fmla="*/ 216918 w 1428913"/>
                <a:gd name="connsiteY11" fmla="*/ 0 h 433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913" h="433832">
                  <a:moveTo>
                    <a:pt x="216918" y="0"/>
                  </a:moveTo>
                  <a:lnTo>
                    <a:pt x="1048654" y="0"/>
                  </a:lnTo>
                  <a:cubicBezTo>
                    <a:pt x="1168453" y="0"/>
                    <a:pt x="1265570" y="97117"/>
                    <a:pt x="1265570" y="216916"/>
                  </a:cubicBezTo>
                  <a:cubicBezTo>
                    <a:pt x="1265570" y="306765"/>
                    <a:pt x="1320198" y="383856"/>
                    <a:pt x="1398053" y="416786"/>
                  </a:cubicBezTo>
                  <a:lnTo>
                    <a:pt x="1428913" y="426365"/>
                  </a:lnTo>
                  <a:lnTo>
                    <a:pt x="1428913" y="433832"/>
                  </a:lnTo>
                  <a:lnTo>
                    <a:pt x="1048654" y="433832"/>
                  </a:lnTo>
                  <a:lnTo>
                    <a:pt x="216918" y="433832"/>
                  </a:lnTo>
                  <a:lnTo>
                    <a:pt x="0" y="433832"/>
                  </a:lnTo>
                  <a:lnTo>
                    <a:pt x="0" y="216916"/>
                  </a:lnTo>
                  <a:lnTo>
                    <a:pt x="2" y="216916"/>
                  </a:lnTo>
                  <a:cubicBezTo>
                    <a:pt x="2" y="97117"/>
                    <a:pt x="97119" y="0"/>
                    <a:pt x="216918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H="1">
              <a:off x="11461497" y="774353"/>
              <a:ext cx="401783" cy="0"/>
            </a:xfrm>
            <a:prstGeom prst="line">
              <a:avLst/>
            </a:prstGeom>
            <a:ln w="28575">
              <a:solidFill>
                <a:srgbClr val="017FD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752600" y="316832"/>
            <a:ext cx="7901539" cy="46201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800000000000000" pitchFamily="34" charset="-122"/>
                <a:ea typeface="思源黑体 CN Bold" panose="020B0800000000000000"/>
              </a:defRPr>
            </a:lvl1pPr>
          </a:lstStyle>
          <a:p>
            <a:r>
              <a:rPr lang="zh-CN" altLang="en-US" dirty="0" smtClean="0"/>
              <a:t>单击此处编辑标题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062023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732C64-3C24-B38C-C750-D3DFBA12B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DECFA1-E428-4DCC-789E-167FD1C18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213F35-28C0-6C61-13F0-5B0F85646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C24EED1B-53A2-4A4A-88EA-27EA51775A77}" type="datetimeFigureOut">
              <a:rPr lang="zh-CN" altLang="en-US" smtClean="0"/>
              <a:pPr/>
              <a:t>2025/5/30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9A04E-D432-5059-B449-92C3D0802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2A8FDF-8F05-DF67-E8FA-824DD6D41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6F61040E-6CBF-43E8-94A3-FD47259B20D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212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636E7BA-64D0-D28C-8D1D-DD803C1AE4C6}"/>
              </a:ext>
            </a:extLst>
          </p:cNvPr>
          <p:cNvSpPr txBox="1"/>
          <p:nvPr/>
        </p:nvSpPr>
        <p:spPr>
          <a:xfrm>
            <a:off x="1219790" y="1700043"/>
            <a:ext cx="82632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i="0" u="none" strike="noStrike" kern="1200" cap="none" spc="0" normalizeH="0" baseline="0" noProof="0" dirty="0" smtClean="0">
                <a:ln>
                  <a:noFill/>
                </a:ln>
                <a:solidFill>
                  <a:srgbClr val="173255"/>
                </a:solidFill>
                <a:effectLst/>
                <a:uLnTx/>
                <a:uFillTx/>
                <a:latin typeface="思源黑体 Bold" panose="020B0800000000000000" pitchFamily="34" charset="-122"/>
                <a:ea typeface="思源黑体 Bold" panose="020B0800000000000000" pitchFamily="34" charset="-122"/>
                <a:cs typeface="思源宋体 CN Heavy" panose="02020900000000000000" pitchFamily="18" charset="-122"/>
                <a:sym typeface="Arial"/>
              </a:rPr>
              <a:t>报告模板</a:t>
            </a:r>
            <a:endParaRPr kumimoji="0" lang="zh-CN" altLang="en-US" sz="8000" i="0" u="none" strike="noStrike" kern="1200" cap="none" spc="0" normalizeH="0" baseline="0" noProof="0" dirty="0">
              <a:ln>
                <a:noFill/>
              </a:ln>
              <a:solidFill>
                <a:srgbClr val="173255"/>
              </a:solidFill>
              <a:effectLst/>
              <a:uLnTx/>
              <a:uFillTx/>
              <a:latin typeface="思源黑体 Bold" panose="020B0800000000000000" pitchFamily="34" charset="-122"/>
              <a:ea typeface="思源黑体 Bold" panose="020B0800000000000000" pitchFamily="34" charset="-122"/>
              <a:cs typeface="思源宋体 CN Heavy" panose="02020900000000000000" pitchFamily="18" charset="-122"/>
              <a:sym typeface="Arial"/>
            </a:endParaRP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4EA3739E-8158-8619-4A04-C7BA5A8E1B5F}"/>
              </a:ext>
            </a:extLst>
          </p:cNvPr>
          <p:cNvGrpSpPr/>
          <p:nvPr/>
        </p:nvGrpSpPr>
        <p:grpSpPr>
          <a:xfrm>
            <a:off x="2502954" y="3259014"/>
            <a:ext cx="2632136" cy="468000"/>
            <a:chOff x="526087" y="4459423"/>
            <a:chExt cx="2632136" cy="615334"/>
          </a:xfrm>
        </p:grpSpPr>
        <p:sp>
          <p:nvSpPr>
            <p:cNvPr id="66" name="矩形: 对角圆角 65">
              <a:extLst>
                <a:ext uri="{FF2B5EF4-FFF2-40B4-BE49-F238E27FC236}">
                  <a16:creationId xmlns:a16="http://schemas.microsoft.com/office/drawing/2014/main" id="{D84706D9-CA77-47B1-C6A4-7B1E337754E7}"/>
                </a:ext>
              </a:extLst>
            </p:cNvPr>
            <p:cNvSpPr/>
            <p:nvPr/>
          </p:nvSpPr>
          <p:spPr>
            <a:xfrm flipH="1">
              <a:off x="799664" y="4459423"/>
              <a:ext cx="2358559" cy="615334"/>
            </a:xfrm>
            <a:prstGeom prst="round2DiagRect">
              <a:avLst>
                <a:gd name="adj1" fmla="val 38213"/>
                <a:gd name="adj2" fmla="val 0"/>
              </a:avLst>
            </a:prstGeom>
            <a:solidFill>
              <a:schemeClr val="bg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rgbClr val="037EF3">
                  <a:alpha val="1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Arial"/>
              </a:endParaRPr>
            </a:p>
          </p:txBody>
        </p:sp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118BA979-D7F3-B12F-EA1C-E6D21A6B3353}"/>
                </a:ext>
              </a:extLst>
            </p:cNvPr>
            <p:cNvSpPr/>
            <p:nvPr/>
          </p:nvSpPr>
          <p:spPr>
            <a:xfrm flipH="1">
              <a:off x="526087" y="4459423"/>
              <a:ext cx="931237" cy="615334"/>
            </a:xfrm>
            <a:prstGeom prst="roundRect">
              <a:avLst>
                <a:gd name="adj" fmla="val 50000"/>
              </a:avLst>
            </a:prstGeom>
            <a:solidFill>
              <a:srgbClr val="017F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rgbClr val="FF8463">
                  <a:alpha val="1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kern="0" dirty="0">
                  <a:solidFill>
                    <a:prstClr val="white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sym typeface="Arial"/>
                </a:rPr>
                <a:t>部门</a:t>
              </a: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sym typeface="Arial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927E234C-5E64-94EB-8FE3-0BA15F3F6122}"/>
              </a:ext>
            </a:extLst>
          </p:cNvPr>
          <p:cNvGrpSpPr/>
          <p:nvPr/>
        </p:nvGrpSpPr>
        <p:grpSpPr>
          <a:xfrm>
            <a:off x="5738856" y="3259014"/>
            <a:ext cx="2433900" cy="468000"/>
            <a:chOff x="526087" y="4459423"/>
            <a:chExt cx="2433900" cy="615334"/>
          </a:xfrm>
        </p:grpSpPr>
        <p:sp>
          <p:nvSpPr>
            <p:cNvPr id="62" name="矩形: 对角圆角 61">
              <a:extLst>
                <a:ext uri="{FF2B5EF4-FFF2-40B4-BE49-F238E27FC236}">
                  <a16:creationId xmlns:a16="http://schemas.microsoft.com/office/drawing/2014/main" id="{664EE9BC-7C30-BBD4-CB11-58498E28F0E0}"/>
                </a:ext>
              </a:extLst>
            </p:cNvPr>
            <p:cNvSpPr/>
            <p:nvPr/>
          </p:nvSpPr>
          <p:spPr>
            <a:xfrm flipH="1">
              <a:off x="799665" y="4459423"/>
              <a:ext cx="2160322" cy="615334"/>
            </a:xfrm>
            <a:prstGeom prst="round2DiagRect">
              <a:avLst>
                <a:gd name="adj1" fmla="val 38213"/>
                <a:gd name="adj2" fmla="val 0"/>
              </a:avLst>
            </a:prstGeom>
            <a:solidFill>
              <a:schemeClr val="bg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rgbClr val="037EF3">
                  <a:alpha val="1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Arial"/>
              </a:endParaRPr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01CE6EDE-6423-0721-1FCA-28A0E9D5A725}"/>
                </a:ext>
              </a:extLst>
            </p:cNvPr>
            <p:cNvSpPr/>
            <p:nvPr/>
          </p:nvSpPr>
          <p:spPr>
            <a:xfrm flipH="1">
              <a:off x="526087" y="4459423"/>
              <a:ext cx="931237" cy="615334"/>
            </a:xfrm>
            <a:prstGeom prst="roundRect">
              <a:avLst>
                <a:gd name="adj" fmla="val 50000"/>
              </a:avLst>
            </a:prstGeom>
            <a:solidFill>
              <a:srgbClr val="017FD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rgbClr val="FF8463">
                  <a:alpha val="1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sym typeface="Arial"/>
                </a:rPr>
                <a:t>日期</a:t>
              </a:r>
            </a:p>
          </p:txBody>
        </p:sp>
      </p:grpSp>
      <p:sp>
        <p:nvSpPr>
          <p:cNvPr id="11" name="矩形 10"/>
          <p:cNvSpPr/>
          <p:nvPr/>
        </p:nvSpPr>
        <p:spPr>
          <a:xfrm>
            <a:off x="10838803" y="6574861"/>
            <a:ext cx="121860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【密级：</a:t>
            </a:r>
            <a:r>
              <a:rPr lang="en-US" altLang="zh-CN" sz="1200" dirty="0" smtClean="0">
                <a:solidFill>
                  <a:schemeClr val="bg1">
                    <a:lumMod val="6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XXX】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2807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文本框 20">
            <a:extLst>
              <a:ext uri="{FF2B5EF4-FFF2-40B4-BE49-F238E27FC236}">
                <a16:creationId xmlns:a16="http://schemas.microsoft.com/office/drawing/2014/main" id="{94782366-33E8-F14D-3C1E-BD4F2695A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52" y="340521"/>
            <a:ext cx="6744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defTabSz="12192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思源宋体 CN Heavy" panose="02020900000000000000" pitchFamily="18" charset="-122"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思源宋体 CN Heavy" panose="02020900000000000000" pitchFamily="18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400" dirty="0" smtClean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Arial"/>
              </a:rPr>
              <a:t>01</a:t>
            </a:r>
            <a:endParaRPr lang="zh-CN" altLang="en-US" sz="2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838803" y="6574861"/>
            <a:ext cx="121860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【密级：</a:t>
            </a:r>
            <a:r>
              <a:rPr lang="en-US" altLang="zh-CN" sz="1200" dirty="0" smtClean="0">
                <a:solidFill>
                  <a:schemeClr val="bg1">
                    <a:lumMod val="6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XXX】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7595017"/>
      </p:ext>
    </p:extLst>
  </p:cSld>
  <p:clrMapOvr>
    <a:masterClrMapping/>
  </p:clrMapOvr>
</p:sld>
</file>

<file path=ppt/theme/theme1.xml><?xml version="1.0" encoding="utf-8"?>
<a:theme xmlns:a="http://schemas.openxmlformats.org/drawingml/2006/main" name="第一PPT，www.1ppt.com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"/>
        <a:ea typeface="思源黑体"/>
        <a:cs typeface=""/>
      </a:majorFont>
      <a:minorFont>
        <a:latin typeface="Arial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>
            <a:latin typeface="思源黑体 CN Regular" panose="020B0500000000000000" pitchFamily="34" charset="-122"/>
            <a:ea typeface="思源黑体 CN Regular" panose="020B05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7</Words>
  <Application>Microsoft Office PowerPoint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思源黑体</vt:lpstr>
      <vt:lpstr>思源黑体 Bold</vt:lpstr>
      <vt:lpstr>思源黑体 CN Bold</vt:lpstr>
      <vt:lpstr>思源黑体 CN Regular</vt:lpstr>
      <vt:lpstr>思源宋体 CN</vt:lpstr>
      <vt:lpstr>思源宋体 CN Heavy</vt:lpstr>
      <vt:lpstr>宋体</vt:lpstr>
      <vt:lpstr>Arial</vt:lpstr>
      <vt:lpstr>Calibri</vt:lpstr>
      <vt:lpstr>第一PPT，www.1ppt.com​</vt:lpstr>
      <vt:lpstr>PowerPoint 演示文稿</vt:lpstr>
      <vt:lpstr>PowerPoint 演示文稿</vt:lpstr>
    </vt:vector>
  </TitlesOfParts>
  <Manager>晶合集成</Manager>
  <Company>晶合集成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晶合集成</dc:creator>
  <cp:lastModifiedBy>王园 sharonwang</cp:lastModifiedBy>
  <cp:revision>6</cp:revision>
  <dcterms:created xsi:type="dcterms:W3CDTF">2023-07-24T15:14:26Z</dcterms:created>
  <dcterms:modified xsi:type="dcterms:W3CDTF">2025-05-30T01:32:56Z</dcterms:modified>
</cp:coreProperties>
</file>