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handoutMasterIdLst>
    <p:handoutMasterId r:id="rId28"/>
  </p:handoutMasterIdLst>
  <p:sldIdLst>
    <p:sldId id="303" r:id="rId2"/>
    <p:sldId id="260" r:id="rId3"/>
    <p:sldId id="266" r:id="rId4"/>
    <p:sldId id="280" r:id="rId5"/>
    <p:sldId id="304" r:id="rId6"/>
    <p:sldId id="281" r:id="rId7"/>
    <p:sldId id="305" r:id="rId8"/>
    <p:sldId id="288" r:id="rId9"/>
    <p:sldId id="285" r:id="rId10"/>
    <p:sldId id="286" r:id="rId11"/>
    <p:sldId id="287" r:id="rId12"/>
    <p:sldId id="283" r:id="rId13"/>
    <p:sldId id="290" r:id="rId14"/>
    <p:sldId id="291" r:id="rId15"/>
    <p:sldId id="292" r:id="rId16"/>
    <p:sldId id="293" r:id="rId17"/>
    <p:sldId id="294" r:id="rId18"/>
    <p:sldId id="295" r:id="rId19"/>
    <p:sldId id="289" r:id="rId20"/>
    <p:sldId id="282" r:id="rId21"/>
    <p:sldId id="301" r:id="rId22"/>
    <p:sldId id="302" r:id="rId23"/>
    <p:sldId id="298" r:id="rId24"/>
    <p:sldId id="297" r:id="rId25"/>
    <p:sldId id="279" r:id="rId2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FC2D"/>
    <a:srgbClr val="355C9D"/>
    <a:srgbClr val="4472C4"/>
    <a:srgbClr val="759CD5"/>
    <a:srgbClr val="4F80C9"/>
    <a:srgbClr val="93ADDD"/>
    <a:srgbClr val="5C84CC"/>
    <a:srgbClr val="789ED6"/>
    <a:srgbClr val="4378C5"/>
    <a:srgbClr val="BDC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5" autoAdjust="0"/>
    <p:restoredTop sz="96416" autoAdjust="0"/>
  </p:normalViewPr>
  <p:slideViewPr>
    <p:cSldViewPr snapToGrid="0" showGuides="1">
      <p:cViewPr varScale="1">
        <p:scale>
          <a:sx n="115" d="100"/>
          <a:sy n="115" d="100"/>
        </p:scale>
        <p:origin x="258" y="96"/>
      </p:cViewPr>
      <p:guideLst>
        <p:guide orient="horz" pos="2160"/>
        <p:guide pos="3840"/>
      </p:guideLst>
    </p:cSldViewPr>
  </p:slideViewPr>
  <p:notesTextViewPr>
    <p:cViewPr>
      <p:scale>
        <a:sx n="1" d="1"/>
        <a:sy n="1" d="1"/>
      </p:scale>
      <p:origin x="0" y="0"/>
    </p:cViewPr>
  </p:notesTextViewPr>
  <p:notesViewPr>
    <p:cSldViewPr snapToGrid="0">
      <p:cViewPr varScale="1">
        <p:scale>
          <a:sx n="87" d="100"/>
          <a:sy n="87" d="100"/>
        </p:scale>
        <p:origin x="3840"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FF7530C-E9EA-4A91-A6DE-2F9B59106396}"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zh-CN" altLang="en-US"/>
        </a:p>
      </dgm:t>
    </dgm:pt>
    <dgm:pt modelId="{B922606B-6FAA-4DA4-BC02-41E0219EBE21}">
      <dgm:prSet phldrT="[文本]" custT="1"/>
      <dgm:spPr>
        <a:solidFill>
          <a:srgbClr val="4F80C9"/>
        </a:solidFill>
      </dgm:spPr>
      <dgm:t>
        <a:bodyPr/>
        <a:lstStyle/>
        <a:p>
          <a:r>
            <a:rPr lang="en-US" altLang="zh-CN" sz="2000" dirty="0" smtClean="0">
              <a:solidFill>
                <a:schemeClr val="bg2"/>
              </a:solidFill>
              <a:latin typeface="思源宋体" panose="02020700000000000000" pitchFamily="18" charset="-122"/>
              <a:ea typeface="思源宋体" panose="02020700000000000000" pitchFamily="18" charset="-122"/>
            </a:rPr>
            <a:t>1.</a:t>
          </a:r>
          <a:r>
            <a:rPr lang="zh-CN" sz="2000" b="1" dirty="0" smtClean="0">
              <a:latin typeface="思源宋体" panose="02020700000000000000" pitchFamily="18" charset="-122"/>
              <a:ea typeface="思源宋体" panose="02020700000000000000" pitchFamily="18" charset="-122"/>
            </a:rPr>
            <a:t>小铃铛的相关信息的操作、设定</a:t>
          </a:r>
          <a:endParaRPr lang="zh-CN" altLang="en-US" sz="2000" dirty="0">
            <a:solidFill>
              <a:schemeClr val="bg2"/>
            </a:solidFill>
            <a:latin typeface="思源宋体" panose="02020700000000000000" pitchFamily="18" charset="-122"/>
            <a:ea typeface="思源宋体" panose="02020700000000000000" pitchFamily="18" charset="-122"/>
          </a:endParaRPr>
        </a:p>
      </dgm:t>
    </dgm:pt>
    <dgm:pt modelId="{1B4D0190-ED54-495D-B4E8-E80BB78A4C96}" type="parTrans" cxnId="{E3BFC309-C08A-4D0C-BFB0-BF5D81B6BE5C}">
      <dgm:prSet/>
      <dgm:spPr/>
      <dgm:t>
        <a:bodyPr/>
        <a:lstStyle/>
        <a:p>
          <a:endParaRPr lang="zh-CN" altLang="en-US" sz="2200">
            <a:solidFill>
              <a:schemeClr val="tx1"/>
            </a:solidFill>
            <a:latin typeface="思源黑体" panose="020B0800000000000000" pitchFamily="34" charset="-122"/>
            <a:ea typeface="思源黑体" panose="020B0800000000000000" pitchFamily="34" charset="-122"/>
          </a:endParaRPr>
        </a:p>
      </dgm:t>
    </dgm:pt>
    <dgm:pt modelId="{6EDB8A2C-8ADB-4E56-A272-92DEBE0B716A}" type="sibTrans" cxnId="{E3BFC309-C08A-4D0C-BFB0-BF5D81B6BE5C}">
      <dgm:prSet/>
      <dgm:spPr/>
      <dgm:t>
        <a:bodyPr/>
        <a:lstStyle/>
        <a:p>
          <a:endParaRPr lang="zh-CN" altLang="en-US" sz="2200">
            <a:solidFill>
              <a:schemeClr val="tx1"/>
            </a:solidFill>
            <a:latin typeface="思源黑体" panose="020B0800000000000000" pitchFamily="34" charset="-122"/>
            <a:ea typeface="思源黑体" panose="020B0800000000000000" pitchFamily="34" charset="-122"/>
          </a:endParaRPr>
        </a:p>
      </dgm:t>
    </dgm:pt>
    <dgm:pt modelId="{37BF1989-239F-45A8-8580-C3E1FE60353E}">
      <dgm:prSet phldrT="[文本]" custT="1"/>
      <dgm:spPr>
        <a:solidFill>
          <a:srgbClr val="4F80C9"/>
        </a:solidFill>
      </dgm:spPr>
      <dgm:t>
        <a:bodyPr/>
        <a:lstStyle/>
        <a:p>
          <a:r>
            <a:rPr lang="en-US" altLang="zh-CN" sz="2000" dirty="0" smtClean="0">
              <a:solidFill>
                <a:schemeClr val="bg2"/>
              </a:solidFill>
              <a:latin typeface="思源宋体" panose="02020700000000000000" pitchFamily="18" charset="-122"/>
              <a:ea typeface="思源宋体" panose="02020700000000000000" pitchFamily="18" charset="-122"/>
            </a:rPr>
            <a:t>3. </a:t>
          </a:r>
          <a:r>
            <a:rPr lang="zh-CN" sz="2000" b="1" dirty="0" smtClean="0">
              <a:latin typeface="思源宋体" panose="02020700000000000000" pitchFamily="18" charset="-122"/>
              <a:ea typeface="思源宋体" panose="02020700000000000000" pitchFamily="18" charset="-122"/>
            </a:rPr>
            <a:t>系统问题的报案流程</a:t>
          </a:r>
          <a:endParaRPr lang="zh-CN" altLang="en-US" sz="2000" dirty="0">
            <a:solidFill>
              <a:schemeClr val="bg2"/>
            </a:solidFill>
            <a:latin typeface="思源宋体" panose="02020700000000000000" pitchFamily="18" charset="-122"/>
            <a:ea typeface="思源宋体" panose="02020700000000000000" pitchFamily="18" charset="-122"/>
          </a:endParaRPr>
        </a:p>
      </dgm:t>
    </dgm:pt>
    <dgm:pt modelId="{F0C22B15-6649-4F3F-8ECD-2E95BB43ABE9}" type="parTrans" cxnId="{108E1770-C296-4E77-ACBA-A20102A392D6}">
      <dgm:prSet/>
      <dgm:spPr/>
      <dgm:t>
        <a:bodyPr/>
        <a:lstStyle/>
        <a:p>
          <a:endParaRPr lang="zh-CN" altLang="en-US"/>
        </a:p>
      </dgm:t>
    </dgm:pt>
    <dgm:pt modelId="{971AC8A0-BA9A-4100-8EA8-393174301329}" type="sibTrans" cxnId="{108E1770-C296-4E77-ACBA-A20102A392D6}">
      <dgm:prSet/>
      <dgm:spPr/>
      <dgm:t>
        <a:bodyPr/>
        <a:lstStyle/>
        <a:p>
          <a:endParaRPr lang="zh-CN" altLang="en-US"/>
        </a:p>
      </dgm:t>
    </dgm:pt>
    <dgm:pt modelId="{63319DBD-B1FC-4B6B-A8F5-388BAD834DA7}">
      <dgm:prSet phldrT="[文本]" custT="1"/>
      <dgm:spPr>
        <a:solidFill>
          <a:srgbClr val="4F80C9"/>
        </a:solidFill>
      </dgm:spPr>
      <dgm:t>
        <a:bodyPr/>
        <a:lstStyle/>
        <a:p>
          <a:r>
            <a:rPr lang="en-US" altLang="zh-CN" sz="2000" dirty="0" smtClean="0">
              <a:solidFill>
                <a:schemeClr val="bg2"/>
              </a:solidFill>
              <a:latin typeface="思源宋体" panose="02020700000000000000" pitchFamily="18" charset="-122"/>
              <a:ea typeface="思源宋体" panose="02020700000000000000" pitchFamily="18" charset="-122"/>
            </a:rPr>
            <a:t>2. A</a:t>
          </a:r>
          <a:r>
            <a:rPr lang="en-US" sz="2000" b="1" dirty="0" smtClean="0">
              <a:latin typeface="思源宋体" panose="02020700000000000000" pitchFamily="18" charset="-122"/>
              <a:ea typeface="思源宋体" panose="02020700000000000000" pitchFamily="18" charset="-122"/>
            </a:rPr>
            <a:t>larm</a:t>
          </a:r>
          <a:r>
            <a:rPr lang="zh-CN" sz="2000" b="1" dirty="0" smtClean="0">
              <a:latin typeface="思源宋体" panose="02020700000000000000" pitchFamily="18" charset="-122"/>
              <a:ea typeface="思源宋体" panose="02020700000000000000" pitchFamily="18" charset="-122"/>
            </a:rPr>
            <a:t>种类</a:t>
          </a:r>
          <a:r>
            <a:rPr lang="zh-CN" altLang="en-US" sz="2000" b="1" dirty="0" smtClean="0">
              <a:latin typeface="思源宋体" panose="02020700000000000000" pitchFamily="18" charset="-122"/>
              <a:ea typeface="思源宋体" panose="02020700000000000000" pitchFamily="18" charset="-122"/>
            </a:rPr>
            <a:t>和监控逻辑</a:t>
          </a:r>
          <a:endParaRPr lang="zh-CN" altLang="en-US" sz="2000" dirty="0">
            <a:solidFill>
              <a:schemeClr val="bg2"/>
            </a:solidFill>
            <a:latin typeface="思源宋体" panose="02020700000000000000" pitchFamily="18" charset="-122"/>
            <a:ea typeface="思源宋体" panose="02020700000000000000" pitchFamily="18" charset="-122"/>
          </a:endParaRPr>
        </a:p>
      </dgm:t>
    </dgm:pt>
    <dgm:pt modelId="{8323693B-DA48-4648-8DA5-B38FA26766AE}" type="sibTrans" cxnId="{C41FE406-F270-4893-AA2A-E2CF185DA5D5}">
      <dgm:prSet/>
      <dgm:spPr/>
      <dgm:t>
        <a:bodyPr/>
        <a:lstStyle/>
        <a:p>
          <a:endParaRPr lang="zh-CN" altLang="en-US" sz="2200">
            <a:solidFill>
              <a:schemeClr val="tx1"/>
            </a:solidFill>
            <a:latin typeface="思源黑体" panose="020B0800000000000000" pitchFamily="34" charset="-122"/>
            <a:ea typeface="思源黑体" panose="020B0800000000000000" pitchFamily="34" charset="-122"/>
          </a:endParaRPr>
        </a:p>
      </dgm:t>
    </dgm:pt>
    <dgm:pt modelId="{7ED5F247-C652-4B85-B8F7-6F2E76196636}" type="parTrans" cxnId="{C41FE406-F270-4893-AA2A-E2CF185DA5D5}">
      <dgm:prSet/>
      <dgm:spPr/>
      <dgm:t>
        <a:bodyPr/>
        <a:lstStyle/>
        <a:p>
          <a:endParaRPr lang="zh-CN" altLang="en-US" sz="2200">
            <a:solidFill>
              <a:schemeClr val="tx1"/>
            </a:solidFill>
            <a:latin typeface="思源黑体" panose="020B0800000000000000" pitchFamily="34" charset="-122"/>
            <a:ea typeface="思源黑体" panose="020B0800000000000000" pitchFamily="34" charset="-122"/>
          </a:endParaRPr>
        </a:p>
      </dgm:t>
    </dgm:pt>
    <dgm:pt modelId="{CE69C23F-EB7D-41A8-BC8B-6BF96383DB4A}" type="pres">
      <dgm:prSet presAssocID="{2FF7530C-E9EA-4A91-A6DE-2F9B59106396}" presName="linear" presStyleCnt="0">
        <dgm:presLayoutVars>
          <dgm:dir/>
          <dgm:animLvl val="lvl"/>
          <dgm:resizeHandles val="exact"/>
        </dgm:presLayoutVars>
      </dgm:prSet>
      <dgm:spPr/>
      <dgm:t>
        <a:bodyPr/>
        <a:lstStyle/>
        <a:p>
          <a:endParaRPr lang="zh-CN" altLang="en-US"/>
        </a:p>
      </dgm:t>
    </dgm:pt>
    <dgm:pt modelId="{4BCE0CA5-65E7-427A-88AC-A7150101949E}" type="pres">
      <dgm:prSet presAssocID="{B922606B-6FAA-4DA4-BC02-41E0219EBE21}" presName="parentLin" presStyleCnt="0"/>
      <dgm:spPr/>
    </dgm:pt>
    <dgm:pt modelId="{A3BE5E0B-97E6-4ADD-9B96-0BC26CF05572}" type="pres">
      <dgm:prSet presAssocID="{B922606B-6FAA-4DA4-BC02-41E0219EBE21}" presName="parentLeftMargin" presStyleLbl="node1" presStyleIdx="0" presStyleCnt="3"/>
      <dgm:spPr/>
      <dgm:t>
        <a:bodyPr/>
        <a:lstStyle/>
        <a:p>
          <a:endParaRPr lang="zh-CN" altLang="en-US"/>
        </a:p>
      </dgm:t>
    </dgm:pt>
    <dgm:pt modelId="{1AECE289-087F-432D-B08E-1D4E95DC3B56}" type="pres">
      <dgm:prSet presAssocID="{B922606B-6FAA-4DA4-BC02-41E0219EBE21}" presName="parentText" presStyleLbl="node1" presStyleIdx="0" presStyleCnt="3">
        <dgm:presLayoutVars>
          <dgm:chMax val="0"/>
          <dgm:bulletEnabled val="1"/>
        </dgm:presLayoutVars>
      </dgm:prSet>
      <dgm:spPr/>
      <dgm:t>
        <a:bodyPr/>
        <a:lstStyle/>
        <a:p>
          <a:endParaRPr lang="zh-CN" altLang="en-US"/>
        </a:p>
      </dgm:t>
    </dgm:pt>
    <dgm:pt modelId="{2A0F80E3-CB3E-4891-9CD7-43B5FBC5CEE3}" type="pres">
      <dgm:prSet presAssocID="{B922606B-6FAA-4DA4-BC02-41E0219EBE21}" presName="negativeSpace" presStyleCnt="0"/>
      <dgm:spPr/>
    </dgm:pt>
    <dgm:pt modelId="{3E6B70B0-1C54-4592-A2A0-69A2F55B0757}" type="pres">
      <dgm:prSet presAssocID="{B922606B-6FAA-4DA4-BC02-41E0219EBE21}" presName="childText" presStyleLbl="conFgAcc1" presStyleIdx="0" presStyleCnt="3">
        <dgm:presLayoutVars>
          <dgm:bulletEnabled val="1"/>
        </dgm:presLayoutVars>
      </dgm:prSet>
      <dgm:spPr>
        <a:ln w="28575">
          <a:solidFill>
            <a:srgbClr val="4472C4"/>
          </a:solidFill>
        </a:ln>
      </dgm:spPr>
      <dgm:t>
        <a:bodyPr/>
        <a:lstStyle/>
        <a:p>
          <a:endParaRPr lang="zh-CN" altLang="en-US"/>
        </a:p>
      </dgm:t>
    </dgm:pt>
    <dgm:pt modelId="{0AA0A498-7DB6-4411-B3A5-FBB089E85FB5}" type="pres">
      <dgm:prSet presAssocID="{6EDB8A2C-8ADB-4E56-A272-92DEBE0B716A}" presName="spaceBetweenRectangles" presStyleCnt="0"/>
      <dgm:spPr/>
    </dgm:pt>
    <dgm:pt modelId="{50C482EB-DD26-4EF3-99F2-FD786A84B882}" type="pres">
      <dgm:prSet presAssocID="{63319DBD-B1FC-4B6B-A8F5-388BAD834DA7}" presName="parentLin" presStyleCnt="0"/>
      <dgm:spPr/>
    </dgm:pt>
    <dgm:pt modelId="{B202FE58-E703-4852-B005-F7911A56388E}" type="pres">
      <dgm:prSet presAssocID="{63319DBD-B1FC-4B6B-A8F5-388BAD834DA7}" presName="parentLeftMargin" presStyleLbl="node1" presStyleIdx="0" presStyleCnt="3"/>
      <dgm:spPr/>
      <dgm:t>
        <a:bodyPr/>
        <a:lstStyle/>
        <a:p>
          <a:endParaRPr lang="zh-CN" altLang="en-US"/>
        </a:p>
      </dgm:t>
    </dgm:pt>
    <dgm:pt modelId="{559919CA-4C76-4863-8CA0-06481288EA97}" type="pres">
      <dgm:prSet presAssocID="{63319DBD-B1FC-4B6B-A8F5-388BAD834DA7}" presName="parentText" presStyleLbl="node1" presStyleIdx="1" presStyleCnt="3">
        <dgm:presLayoutVars>
          <dgm:chMax val="0"/>
          <dgm:bulletEnabled val="1"/>
        </dgm:presLayoutVars>
      </dgm:prSet>
      <dgm:spPr/>
      <dgm:t>
        <a:bodyPr/>
        <a:lstStyle/>
        <a:p>
          <a:endParaRPr lang="zh-CN" altLang="en-US"/>
        </a:p>
      </dgm:t>
    </dgm:pt>
    <dgm:pt modelId="{1D42A030-7DFA-42C4-908A-B369FC3C53B0}" type="pres">
      <dgm:prSet presAssocID="{63319DBD-B1FC-4B6B-A8F5-388BAD834DA7}" presName="negativeSpace" presStyleCnt="0"/>
      <dgm:spPr/>
    </dgm:pt>
    <dgm:pt modelId="{FBFC34EF-3109-4241-96E9-C8337DBD27D4}" type="pres">
      <dgm:prSet presAssocID="{63319DBD-B1FC-4B6B-A8F5-388BAD834DA7}" presName="childText" presStyleLbl="conFgAcc1" presStyleIdx="1" presStyleCnt="3">
        <dgm:presLayoutVars>
          <dgm:bulletEnabled val="1"/>
        </dgm:presLayoutVars>
      </dgm:prSet>
      <dgm:spPr>
        <a:ln w="28575">
          <a:solidFill>
            <a:srgbClr val="4472C4"/>
          </a:solidFill>
        </a:ln>
      </dgm:spPr>
      <dgm:t>
        <a:bodyPr/>
        <a:lstStyle/>
        <a:p>
          <a:endParaRPr lang="zh-CN" altLang="en-US"/>
        </a:p>
      </dgm:t>
    </dgm:pt>
    <dgm:pt modelId="{855E0CD5-5CAF-46A2-A9F4-298E63A836D3}" type="pres">
      <dgm:prSet presAssocID="{8323693B-DA48-4648-8DA5-B38FA26766AE}" presName="spaceBetweenRectangles" presStyleCnt="0"/>
      <dgm:spPr/>
    </dgm:pt>
    <dgm:pt modelId="{4AABFB3D-041C-4DE7-B53A-A2ECCFA64F2F}" type="pres">
      <dgm:prSet presAssocID="{37BF1989-239F-45A8-8580-C3E1FE60353E}" presName="parentLin" presStyleCnt="0"/>
      <dgm:spPr/>
    </dgm:pt>
    <dgm:pt modelId="{98DA9901-164B-45E1-BD9F-225B38D57560}" type="pres">
      <dgm:prSet presAssocID="{37BF1989-239F-45A8-8580-C3E1FE60353E}" presName="parentLeftMargin" presStyleLbl="node1" presStyleIdx="1" presStyleCnt="3"/>
      <dgm:spPr/>
      <dgm:t>
        <a:bodyPr/>
        <a:lstStyle/>
        <a:p>
          <a:endParaRPr lang="zh-CN" altLang="en-US"/>
        </a:p>
      </dgm:t>
    </dgm:pt>
    <dgm:pt modelId="{EA309F2E-4C76-48BE-9857-4BEC0D1A0D69}" type="pres">
      <dgm:prSet presAssocID="{37BF1989-239F-45A8-8580-C3E1FE60353E}" presName="parentText" presStyleLbl="node1" presStyleIdx="2" presStyleCnt="3">
        <dgm:presLayoutVars>
          <dgm:chMax val="0"/>
          <dgm:bulletEnabled val="1"/>
        </dgm:presLayoutVars>
      </dgm:prSet>
      <dgm:spPr/>
      <dgm:t>
        <a:bodyPr/>
        <a:lstStyle/>
        <a:p>
          <a:endParaRPr lang="zh-CN" altLang="en-US"/>
        </a:p>
      </dgm:t>
    </dgm:pt>
    <dgm:pt modelId="{9B03116F-709C-4FBA-9155-6A01C54ABCDE}" type="pres">
      <dgm:prSet presAssocID="{37BF1989-239F-45A8-8580-C3E1FE60353E}" presName="negativeSpace" presStyleCnt="0"/>
      <dgm:spPr/>
    </dgm:pt>
    <dgm:pt modelId="{E288980F-2499-41E5-9129-FB8A3B983636}" type="pres">
      <dgm:prSet presAssocID="{37BF1989-239F-45A8-8580-C3E1FE60353E}" presName="childText" presStyleLbl="conFgAcc1" presStyleIdx="2" presStyleCnt="3">
        <dgm:presLayoutVars>
          <dgm:bulletEnabled val="1"/>
        </dgm:presLayoutVars>
      </dgm:prSet>
      <dgm:spPr>
        <a:ln w="28575">
          <a:solidFill>
            <a:schemeClr val="accent1"/>
          </a:solidFill>
        </a:ln>
      </dgm:spPr>
      <dgm:t>
        <a:bodyPr/>
        <a:lstStyle/>
        <a:p>
          <a:endParaRPr lang="zh-CN" altLang="en-US"/>
        </a:p>
      </dgm:t>
    </dgm:pt>
  </dgm:ptLst>
  <dgm:cxnLst>
    <dgm:cxn modelId="{5D231283-610B-4995-9285-60700B17580B}" type="presOf" srcId="{63319DBD-B1FC-4B6B-A8F5-388BAD834DA7}" destId="{559919CA-4C76-4863-8CA0-06481288EA97}" srcOrd="1" destOrd="0" presId="urn:microsoft.com/office/officeart/2005/8/layout/list1"/>
    <dgm:cxn modelId="{1A854A30-A85D-496E-985E-277F976487C8}" type="presOf" srcId="{37BF1989-239F-45A8-8580-C3E1FE60353E}" destId="{98DA9901-164B-45E1-BD9F-225B38D57560}" srcOrd="0" destOrd="0" presId="urn:microsoft.com/office/officeart/2005/8/layout/list1"/>
    <dgm:cxn modelId="{2BCDEDE6-8E0F-41A7-88F2-C5A0BD0D8525}" type="presOf" srcId="{2FF7530C-E9EA-4A91-A6DE-2F9B59106396}" destId="{CE69C23F-EB7D-41A8-BC8B-6BF96383DB4A}" srcOrd="0" destOrd="0" presId="urn:microsoft.com/office/officeart/2005/8/layout/list1"/>
    <dgm:cxn modelId="{F216C9CF-8F41-44B3-A68D-82CA71C1B9C9}" type="presOf" srcId="{37BF1989-239F-45A8-8580-C3E1FE60353E}" destId="{EA309F2E-4C76-48BE-9857-4BEC0D1A0D69}" srcOrd="1" destOrd="0" presId="urn:microsoft.com/office/officeart/2005/8/layout/list1"/>
    <dgm:cxn modelId="{1FC8A38B-4F2F-48D1-90B1-11F8ECC6CE38}" type="presOf" srcId="{B922606B-6FAA-4DA4-BC02-41E0219EBE21}" destId="{A3BE5E0B-97E6-4ADD-9B96-0BC26CF05572}" srcOrd="0" destOrd="0" presId="urn:microsoft.com/office/officeart/2005/8/layout/list1"/>
    <dgm:cxn modelId="{C20BBFC2-F069-4612-A6D1-E125CD4C2F48}" type="presOf" srcId="{B922606B-6FAA-4DA4-BC02-41E0219EBE21}" destId="{1AECE289-087F-432D-B08E-1D4E95DC3B56}" srcOrd="1" destOrd="0" presId="urn:microsoft.com/office/officeart/2005/8/layout/list1"/>
    <dgm:cxn modelId="{A52A8E2D-4ECB-4661-88E6-A933BD3A2F69}" type="presOf" srcId="{63319DBD-B1FC-4B6B-A8F5-388BAD834DA7}" destId="{B202FE58-E703-4852-B005-F7911A56388E}" srcOrd="0" destOrd="0" presId="urn:microsoft.com/office/officeart/2005/8/layout/list1"/>
    <dgm:cxn modelId="{E3BFC309-C08A-4D0C-BFB0-BF5D81B6BE5C}" srcId="{2FF7530C-E9EA-4A91-A6DE-2F9B59106396}" destId="{B922606B-6FAA-4DA4-BC02-41E0219EBE21}" srcOrd="0" destOrd="0" parTransId="{1B4D0190-ED54-495D-B4E8-E80BB78A4C96}" sibTransId="{6EDB8A2C-8ADB-4E56-A272-92DEBE0B716A}"/>
    <dgm:cxn modelId="{108E1770-C296-4E77-ACBA-A20102A392D6}" srcId="{2FF7530C-E9EA-4A91-A6DE-2F9B59106396}" destId="{37BF1989-239F-45A8-8580-C3E1FE60353E}" srcOrd="2" destOrd="0" parTransId="{F0C22B15-6649-4F3F-8ECD-2E95BB43ABE9}" sibTransId="{971AC8A0-BA9A-4100-8EA8-393174301329}"/>
    <dgm:cxn modelId="{C41FE406-F270-4893-AA2A-E2CF185DA5D5}" srcId="{2FF7530C-E9EA-4A91-A6DE-2F9B59106396}" destId="{63319DBD-B1FC-4B6B-A8F5-388BAD834DA7}" srcOrd="1" destOrd="0" parTransId="{7ED5F247-C652-4B85-B8F7-6F2E76196636}" sibTransId="{8323693B-DA48-4648-8DA5-B38FA26766AE}"/>
    <dgm:cxn modelId="{DAEFA72D-0BCE-4011-850A-65D6076B92B0}" type="presParOf" srcId="{CE69C23F-EB7D-41A8-BC8B-6BF96383DB4A}" destId="{4BCE0CA5-65E7-427A-88AC-A7150101949E}" srcOrd="0" destOrd="0" presId="urn:microsoft.com/office/officeart/2005/8/layout/list1"/>
    <dgm:cxn modelId="{94ED2698-FBAB-41A7-8DCF-B3C213B1A9E0}" type="presParOf" srcId="{4BCE0CA5-65E7-427A-88AC-A7150101949E}" destId="{A3BE5E0B-97E6-4ADD-9B96-0BC26CF05572}" srcOrd="0" destOrd="0" presId="urn:microsoft.com/office/officeart/2005/8/layout/list1"/>
    <dgm:cxn modelId="{AF517F08-6141-45B0-8730-449F29DE7F87}" type="presParOf" srcId="{4BCE0CA5-65E7-427A-88AC-A7150101949E}" destId="{1AECE289-087F-432D-B08E-1D4E95DC3B56}" srcOrd="1" destOrd="0" presId="urn:microsoft.com/office/officeart/2005/8/layout/list1"/>
    <dgm:cxn modelId="{02133503-97CE-4790-A901-6FF93B3CBABB}" type="presParOf" srcId="{CE69C23F-EB7D-41A8-BC8B-6BF96383DB4A}" destId="{2A0F80E3-CB3E-4891-9CD7-43B5FBC5CEE3}" srcOrd="1" destOrd="0" presId="urn:microsoft.com/office/officeart/2005/8/layout/list1"/>
    <dgm:cxn modelId="{FE87E0EF-284A-407B-9546-DD5FAC873B3F}" type="presParOf" srcId="{CE69C23F-EB7D-41A8-BC8B-6BF96383DB4A}" destId="{3E6B70B0-1C54-4592-A2A0-69A2F55B0757}" srcOrd="2" destOrd="0" presId="urn:microsoft.com/office/officeart/2005/8/layout/list1"/>
    <dgm:cxn modelId="{20E6BAB7-C250-4AD5-BD63-44D100AF71B1}" type="presParOf" srcId="{CE69C23F-EB7D-41A8-BC8B-6BF96383DB4A}" destId="{0AA0A498-7DB6-4411-B3A5-FBB089E85FB5}" srcOrd="3" destOrd="0" presId="urn:microsoft.com/office/officeart/2005/8/layout/list1"/>
    <dgm:cxn modelId="{0AA0192F-E18E-4325-9291-B2E72B35A216}" type="presParOf" srcId="{CE69C23F-EB7D-41A8-BC8B-6BF96383DB4A}" destId="{50C482EB-DD26-4EF3-99F2-FD786A84B882}" srcOrd="4" destOrd="0" presId="urn:microsoft.com/office/officeart/2005/8/layout/list1"/>
    <dgm:cxn modelId="{C67B2BC9-C304-4B2D-9830-81DBD42B94C1}" type="presParOf" srcId="{50C482EB-DD26-4EF3-99F2-FD786A84B882}" destId="{B202FE58-E703-4852-B005-F7911A56388E}" srcOrd="0" destOrd="0" presId="urn:microsoft.com/office/officeart/2005/8/layout/list1"/>
    <dgm:cxn modelId="{50EB51EA-57A4-4B2D-A53D-B3D216F45698}" type="presParOf" srcId="{50C482EB-DD26-4EF3-99F2-FD786A84B882}" destId="{559919CA-4C76-4863-8CA0-06481288EA97}" srcOrd="1" destOrd="0" presId="urn:microsoft.com/office/officeart/2005/8/layout/list1"/>
    <dgm:cxn modelId="{1E13EBE5-5D90-4633-BA0D-5CFC570E9CB3}" type="presParOf" srcId="{CE69C23F-EB7D-41A8-BC8B-6BF96383DB4A}" destId="{1D42A030-7DFA-42C4-908A-B369FC3C53B0}" srcOrd="5" destOrd="0" presId="urn:microsoft.com/office/officeart/2005/8/layout/list1"/>
    <dgm:cxn modelId="{049D1F20-34F4-462C-A21D-9DD606D8FC8F}" type="presParOf" srcId="{CE69C23F-EB7D-41A8-BC8B-6BF96383DB4A}" destId="{FBFC34EF-3109-4241-96E9-C8337DBD27D4}" srcOrd="6" destOrd="0" presId="urn:microsoft.com/office/officeart/2005/8/layout/list1"/>
    <dgm:cxn modelId="{504558E6-2CD8-47E6-800D-2C716609B4CA}" type="presParOf" srcId="{CE69C23F-EB7D-41A8-BC8B-6BF96383DB4A}" destId="{855E0CD5-5CAF-46A2-A9F4-298E63A836D3}" srcOrd="7" destOrd="0" presId="urn:microsoft.com/office/officeart/2005/8/layout/list1"/>
    <dgm:cxn modelId="{3003759C-5E83-4361-9C51-01980DC8F7C6}" type="presParOf" srcId="{CE69C23F-EB7D-41A8-BC8B-6BF96383DB4A}" destId="{4AABFB3D-041C-4DE7-B53A-A2ECCFA64F2F}" srcOrd="8" destOrd="0" presId="urn:microsoft.com/office/officeart/2005/8/layout/list1"/>
    <dgm:cxn modelId="{E57C3860-63DF-45DD-BA7A-2E9EC0F1EB42}" type="presParOf" srcId="{4AABFB3D-041C-4DE7-B53A-A2ECCFA64F2F}" destId="{98DA9901-164B-45E1-BD9F-225B38D57560}" srcOrd="0" destOrd="0" presId="urn:microsoft.com/office/officeart/2005/8/layout/list1"/>
    <dgm:cxn modelId="{2D13650C-034B-429D-97B4-12EB265F02AA}" type="presParOf" srcId="{4AABFB3D-041C-4DE7-B53A-A2ECCFA64F2F}" destId="{EA309F2E-4C76-48BE-9857-4BEC0D1A0D69}" srcOrd="1" destOrd="0" presId="urn:microsoft.com/office/officeart/2005/8/layout/list1"/>
    <dgm:cxn modelId="{036B2569-6181-46B3-9028-61BBC0DC6A6D}" type="presParOf" srcId="{CE69C23F-EB7D-41A8-BC8B-6BF96383DB4A}" destId="{9B03116F-709C-4FBA-9155-6A01C54ABCDE}" srcOrd="9" destOrd="0" presId="urn:microsoft.com/office/officeart/2005/8/layout/list1"/>
    <dgm:cxn modelId="{C86A24DB-AF21-44B6-9520-2A25DB73C84A}" type="presParOf" srcId="{CE69C23F-EB7D-41A8-BC8B-6BF96383DB4A}" destId="{E288980F-2499-41E5-9129-FB8A3B983636}"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6B70B0-1C54-4592-A2A0-69A2F55B0757}">
      <dsp:nvSpPr>
        <dsp:cNvPr id="0" name=""/>
        <dsp:cNvSpPr/>
      </dsp:nvSpPr>
      <dsp:spPr>
        <a:xfrm>
          <a:off x="0" y="486597"/>
          <a:ext cx="6199525" cy="781200"/>
        </a:xfrm>
        <a:prstGeom prst="rect">
          <a:avLst/>
        </a:prstGeom>
        <a:solidFill>
          <a:schemeClr val="lt1">
            <a:alpha val="90000"/>
            <a:hueOff val="0"/>
            <a:satOff val="0"/>
            <a:lumOff val="0"/>
            <a:alphaOff val="0"/>
          </a:schemeClr>
        </a:solidFill>
        <a:ln w="28575" cap="flat" cmpd="sng" algn="ctr">
          <a:solidFill>
            <a:srgbClr val="4472C4"/>
          </a:solidFill>
          <a:prstDash val="solid"/>
          <a:miter lim="800000"/>
        </a:ln>
        <a:effectLst/>
      </dsp:spPr>
      <dsp:style>
        <a:lnRef idx="2">
          <a:scrgbClr r="0" g="0" b="0"/>
        </a:lnRef>
        <a:fillRef idx="1">
          <a:scrgbClr r="0" g="0" b="0"/>
        </a:fillRef>
        <a:effectRef idx="0">
          <a:scrgbClr r="0" g="0" b="0"/>
        </a:effectRef>
        <a:fontRef idx="minor"/>
      </dsp:style>
    </dsp:sp>
    <dsp:sp modelId="{1AECE289-087F-432D-B08E-1D4E95DC3B56}">
      <dsp:nvSpPr>
        <dsp:cNvPr id="0" name=""/>
        <dsp:cNvSpPr/>
      </dsp:nvSpPr>
      <dsp:spPr>
        <a:xfrm>
          <a:off x="309976" y="29037"/>
          <a:ext cx="4339667" cy="915120"/>
        </a:xfrm>
        <a:prstGeom prst="roundRect">
          <a:avLst/>
        </a:prstGeom>
        <a:solidFill>
          <a:srgbClr val="4F80C9"/>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4029" tIns="0" rIns="164029" bIns="0" numCol="1" spcCol="1270" anchor="ctr" anchorCtr="0">
          <a:noAutofit/>
        </a:bodyPr>
        <a:lstStyle/>
        <a:p>
          <a:pPr lvl="0" algn="l" defTabSz="889000">
            <a:lnSpc>
              <a:spcPct val="90000"/>
            </a:lnSpc>
            <a:spcBef>
              <a:spcPct val="0"/>
            </a:spcBef>
            <a:spcAft>
              <a:spcPct val="35000"/>
            </a:spcAft>
          </a:pPr>
          <a:r>
            <a:rPr lang="en-US" altLang="zh-CN" sz="2000" kern="1200" dirty="0" smtClean="0">
              <a:solidFill>
                <a:schemeClr val="bg2"/>
              </a:solidFill>
              <a:latin typeface="思源宋体" panose="02020700000000000000" pitchFamily="18" charset="-122"/>
              <a:ea typeface="思源宋体" panose="02020700000000000000" pitchFamily="18" charset="-122"/>
            </a:rPr>
            <a:t>1.</a:t>
          </a:r>
          <a:r>
            <a:rPr lang="zh-CN" sz="2000" b="1" kern="1200" dirty="0" smtClean="0">
              <a:latin typeface="思源宋体" panose="02020700000000000000" pitchFamily="18" charset="-122"/>
              <a:ea typeface="思源宋体" panose="02020700000000000000" pitchFamily="18" charset="-122"/>
            </a:rPr>
            <a:t>小铃铛的相关信息的操作、设定</a:t>
          </a:r>
          <a:endParaRPr lang="zh-CN" altLang="en-US" sz="2000" kern="1200" dirty="0">
            <a:solidFill>
              <a:schemeClr val="bg2"/>
            </a:solidFill>
            <a:latin typeface="思源宋体" panose="02020700000000000000" pitchFamily="18" charset="-122"/>
            <a:ea typeface="思源宋体" panose="02020700000000000000" pitchFamily="18" charset="-122"/>
          </a:endParaRPr>
        </a:p>
      </dsp:txBody>
      <dsp:txXfrm>
        <a:off x="354648" y="73709"/>
        <a:ext cx="4250323" cy="825776"/>
      </dsp:txXfrm>
    </dsp:sp>
    <dsp:sp modelId="{FBFC34EF-3109-4241-96E9-C8337DBD27D4}">
      <dsp:nvSpPr>
        <dsp:cNvPr id="0" name=""/>
        <dsp:cNvSpPr/>
      </dsp:nvSpPr>
      <dsp:spPr>
        <a:xfrm>
          <a:off x="0" y="1892757"/>
          <a:ext cx="6199525" cy="781200"/>
        </a:xfrm>
        <a:prstGeom prst="rect">
          <a:avLst/>
        </a:prstGeom>
        <a:solidFill>
          <a:schemeClr val="lt1">
            <a:alpha val="90000"/>
            <a:hueOff val="0"/>
            <a:satOff val="0"/>
            <a:lumOff val="0"/>
            <a:alphaOff val="0"/>
          </a:schemeClr>
        </a:solidFill>
        <a:ln w="28575" cap="flat" cmpd="sng" algn="ctr">
          <a:solidFill>
            <a:srgbClr val="4472C4"/>
          </a:solidFill>
          <a:prstDash val="solid"/>
          <a:miter lim="800000"/>
        </a:ln>
        <a:effectLst/>
      </dsp:spPr>
      <dsp:style>
        <a:lnRef idx="2">
          <a:scrgbClr r="0" g="0" b="0"/>
        </a:lnRef>
        <a:fillRef idx="1">
          <a:scrgbClr r="0" g="0" b="0"/>
        </a:fillRef>
        <a:effectRef idx="0">
          <a:scrgbClr r="0" g="0" b="0"/>
        </a:effectRef>
        <a:fontRef idx="minor"/>
      </dsp:style>
    </dsp:sp>
    <dsp:sp modelId="{559919CA-4C76-4863-8CA0-06481288EA97}">
      <dsp:nvSpPr>
        <dsp:cNvPr id="0" name=""/>
        <dsp:cNvSpPr/>
      </dsp:nvSpPr>
      <dsp:spPr>
        <a:xfrm>
          <a:off x="309976" y="1435197"/>
          <a:ext cx="4339667" cy="915120"/>
        </a:xfrm>
        <a:prstGeom prst="roundRect">
          <a:avLst/>
        </a:prstGeom>
        <a:solidFill>
          <a:srgbClr val="4F80C9"/>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4029" tIns="0" rIns="164029" bIns="0" numCol="1" spcCol="1270" anchor="ctr" anchorCtr="0">
          <a:noAutofit/>
        </a:bodyPr>
        <a:lstStyle/>
        <a:p>
          <a:pPr lvl="0" algn="l" defTabSz="889000">
            <a:lnSpc>
              <a:spcPct val="90000"/>
            </a:lnSpc>
            <a:spcBef>
              <a:spcPct val="0"/>
            </a:spcBef>
            <a:spcAft>
              <a:spcPct val="35000"/>
            </a:spcAft>
          </a:pPr>
          <a:r>
            <a:rPr lang="en-US" altLang="zh-CN" sz="2000" kern="1200" dirty="0" smtClean="0">
              <a:solidFill>
                <a:schemeClr val="bg2"/>
              </a:solidFill>
              <a:latin typeface="思源宋体" panose="02020700000000000000" pitchFamily="18" charset="-122"/>
              <a:ea typeface="思源宋体" panose="02020700000000000000" pitchFamily="18" charset="-122"/>
            </a:rPr>
            <a:t>2. A</a:t>
          </a:r>
          <a:r>
            <a:rPr lang="en-US" sz="2000" b="1" kern="1200" dirty="0" smtClean="0">
              <a:latin typeface="思源宋体" panose="02020700000000000000" pitchFamily="18" charset="-122"/>
              <a:ea typeface="思源宋体" panose="02020700000000000000" pitchFamily="18" charset="-122"/>
            </a:rPr>
            <a:t>larm</a:t>
          </a:r>
          <a:r>
            <a:rPr lang="zh-CN" sz="2000" b="1" kern="1200" dirty="0" smtClean="0">
              <a:latin typeface="思源宋体" panose="02020700000000000000" pitchFamily="18" charset="-122"/>
              <a:ea typeface="思源宋体" panose="02020700000000000000" pitchFamily="18" charset="-122"/>
            </a:rPr>
            <a:t>种类</a:t>
          </a:r>
          <a:r>
            <a:rPr lang="zh-CN" altLang="en-US" sz="2000" b="1" kern="1200" dirty="0" smtClean="0">
              <a:latin typeface="思源宋体" panose="02020700000000000000" pitchFamily="18" charset="-122"/>
              <a:ea typeface="思源宋体" panose="02020700000000000000" pitchFamily="18" charset="-122"/>
            </a:rPr>
            <a:t>和监控逻辑</a:t>
          </a:r>
          <a:endParaRPr lang="zh-CN" altLang="en-US" sz="2000" kern="1200" dirty="0">
            <a:solidFill>
              <a:schemeClr val="bg2"/>
            </a:solidFill>
            <a:latin typeface="思源宋体" panose="02020700000000000000" pitchFamily="18" charset="-122"/>
            <a:ea typeface="思源宋体" panose="02020700000000000000" pitchFamily="18" charset="-122"/>
          </a:endParaRPr>
        </a:p>
      </dsp:txBody>
      <dsp:txXfrm>
        <a:off x="354648" y="1479869"/>
        <a:ext cx="4250323" cy="825776"/>
      </dsp:txXfrm>
    </dsp:sp>
    <dsp:sp modelId="{E288980F-2499-41E5-9129-FB8A3B983636}">
      <dsp:nvSpPr>
        <dsp:cNvPr id="0" name=""/>
        <dsp:cNvSpPr/>
      </dsp:nvSpPr>
      <dsp:spPr>
        <a:xfrm>
          <a:off x="0" y="3298917"/>
          <a:ext cx="6199525" cy="781200"/>
        </a:xfrm>
        <a:prstGeom prst="rect">
          <a:avLst/>
        </a:prstGeom>
        <a:solidFill>
          <a:schemeClr val="lt1">
            <a:alpha val="90000"/>
            <a:hueOff val="0"/>
            <a:satOff val="0"/>
            <a:lumOff val="0"/>
            <a:alphaOff val="0"/>
          </a:schemeClr>
        </a:solidFill>
        <a:ln w="28575"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dsp:style>
    </dsp:sp>
    <dsp:sp modelId="{EA309F2E-4C76-48BE-9857-4BEC0D1A0D69}">
      <dsp:nvSpPr>
        <dsp:cNvPr id="0" name=""/>
        <dsp:cNvSpPr/>
      </dsp:nvSpPr>
      <dsp:spPr>
        <a:xfrm>
          <a:off x="309976" y="2841357"/>
          <a:ext cx="4339667" cy="915120"/>
        </a:xfrm>
        <a:prstGeom prst="roundRect">
          <a:avLst/>
        </a:prstGeom>
        <a:solidFill>
          <a:srgbClr val="4F80C9"/>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4029" tIns="0" rIns="164029" bIns="0" numCol="1" spcCol="1270" anchor="ctr" anchorCtr="0">
          <a:noAutofit/>
        </a:bodyPr>
        <a:lstStyle/>
        <a:p>
          <a:pPr lvl="0" algn="l" defTabSz="889000">
            <a:lnSpc>
              <a:spcPct val="90000"/>
            </a:lnSpc>
            <a:spcBef>
              <a:spcPct val="0"/>
            </a:spcBef>
            <a:spcAft>
              <a:spcPct val="35000"/>
            </a:spcAft>
          </a:pPr>
          <a:r>
            <a:rPr lang="en-US" altLang="zh-CN" sz="2000" kern="1200" dirty="0" smtClean="0">
              <a:solidFill>
                <a:schemeClr val="bg2"/>
              </a:solidFill>
              <a:latin typeface="思源宋体" panose="02020700000000000000" pitchFamily="18" charset="-122"/>
              <a:ea typeface="思源宋体" panose="02020700000000000000" pitchFamily="18" charset="-122"/>
            </a:rPr>
            <a:t>3. </a:t>
          </a:r>
          <a:r>
            <a:rPr lang="zh-CN" sz="2000" b="1" kern="1200" dirty="0" smtClean="0">
              <a:latin typeface="思源宋体" panose="02020700000000000000" pitchFamily="18" charset="-122"/>
              <a:ea typeface="思源宋体" panose="02020700000000000000" pitchFamily="18" charset="-122"/>
            </a:rPr>
            <a:t>系统问题的报案流程</a:t>
          </a:r>
          <a:endParaRPr lang="zh-CN" altLang="en-US" sz="2000" kern="1200" dirty="0">
            <a:solidFill>
              <a:schemeClr val="bg2"/>
            </a:solidFill>
            <a:latin typeface="思源宋体" panose="02020700000000000000" pitchFamily="18" charset="-122"/>
            <a:ea typeface="思源宋体" panose="02020700000000000000" pitchFamily="18" charset="-122"/>
          </a:endParaRPr>
        </a:p>
      </dsp:txBody>
      <dsp:txXfrm>
        <a:off x="354648" y="2886029"/>
        <a:ext cx="4250323" cy="825776"/>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938D883-5BC7-4F27-9BCC-3C54415A0601}" type="datetimeFigureOut">
              <a:rPr lang="zh-CN" altLang="en-US" smtClean="0"/>
              <a:t>2025/9/4</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83C0FEC-50CA-46C5-AFC1-3F0841BC48E7}" type="slidenum">
              <a:rPr lang="zh-CN" altLang="en-US" smtClean="0"/>
              <a:t>‹#›</a:t>
            </a:fld>
            <a:endParaRPr lang="zh-CN" altLang="en-US"/>
          </a:p>
        </p:txBody>
      </p:sp>
    </p:spTree>
    <p:extLst>
      <p:ext uri="{BB962C8B-B14F-4D97-AF65-F5344CB8AC3E}">
        <p14:creationId xmlns:p14="http://schemas.microsoft.com/office/powerpoint/2010/main" val="307579967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A85BC1A-E2B8-4202-BF79-92CDD53F6B02}" type="datetimeFigureOut">
              <a:rPr lang="zh-CN" altLang="en-US" smtClean="0"/>
              <a:t>2025/9/4</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33BFBF8-7162-44EF-BC57-DB29FFFC2658}" type="slidenum">
              <a:rPr lang="zh-CN" altLang="en-US" smtClean="0"/>
              <a:t>‹#›</a:t>
            </a:fld>
            <a:endParaRPr lang="zh-CN" altLang="en-US"/>
          </a:p>
        </p:txBody>
      </p:sp>
    </p:spTree>
    <p:extLst>
      <p:ext uri="{BB962C8B-B14F-4D97-AF65-F5344CB8AC3E}">
        <p14:creationId xmlns:p14="http://schemas.microsoft.com/office/powerpoint/2010/main" val="27670307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6" name="图片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4" name="图片 3"/>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376988" y="372834"/>
            <a:ext cx="2192399" cy="902448"/>
          </a:xfrm>
          <a:prstGeom prst="rect">
            <a:avLst/>
          </a:prstGeom>
        </p:spPr>
      </p:pic>
      <p:sp>
        <p:nvSpPr>
          <p:cNvPr id="9" name="幻灯片编号占位符 5"/>
          <p:cNvSpPr txBox="1">
            <a:spLocks/>
          </p:cNvSpPr>
          <p:nvPr userDrawn="1"/>
        </p:nvSpPr>
        <p:spPr>
          <a:xfrm>
            <a:off x="9213742" y="6423854"/>
            <a:ext cx="2309169" cy="274637"/>
          </a:xfrm>
          <a:prstGeom prst="rect">
            <a:avLst/>
          </a:prstGeom>
        </p:spPr>
        <p:txBody>
          <a:bodyPr vert="horz" lIns="91440" tIns="45720" rIns="91440" bIns="45720" rtlCol="0" anchor="ctr"/>
          <a:lstStyle>
            <a:defPPr>
              <a:defRPr lang="zh-CN"/>
            </a:defPPr>
            <a:lvl1pPr algn="r" defTabSz="457200" rtl="0" fontAlgn="auto">
              <a:spcBef>
                <a:spcPts val="0"/>
              </a:spcBef>
              <a:spcAft>
                <a:spcPts val="0"/>
              </a:spcAft>
              <a:defRPr kumimoji="1" sz="1200" kern="1200">
                <a:solidFill>
                  <a:schemeClr val="tx1">
                    <a:tint val="75000"/>
                  </a:schemeClr>
                </a:solidFill>
                <a:latin typeface="思源黑体" panose="020B0800000000000000" pitchFamily="34" charset="-122"/>
                <a:ea typeface="思源黑体" panose="020B0800000000000000" pitchFamily="34" charset="-122"/>
                <a:cs typeface="+mn-cs"/>
              </a:defRPr>
            </a:lvl1pPr>
            <a:lvl2pPr marL="457200" algn="l" defTabSz="457200"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defTabSz="457200"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defTabSz="457200"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defTabSz="457200"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r>
              <a:rPr lang="en-US" altLang="zh-CN" dirty="0" smtClean="0"/>
              <a:t>【</a:t>
            </a:r>
            <a:r>
              <a:rPr lang="zh-CN" altLang="en-US" dirty="0" smtClean="0"/>
              <a:t>密级管制</a:t>
            </a:r>
            <a:r>
              <a:rPr lang="en-US" altLang="zh-CN" dirty="0" smtClean="0"/>
              <a:t>】</a:t>
            </a:r>
            <a:endParaRPr lang="zh-CN" altLang="en-US" dirty="0" smtClean="0"/>
          </a:p>
        </p:txBody>
      </p:sp>
    </p:spTree>
    <p:extLst>
      <p:ext uri="{BB962C8B-B14F-4D97-AF65-F5344CB8AC3E}">
        <p14:creationId xmlns:p14="http://schemas.microsoft.com/office/powerpoint/2010/main" val="304590249"/>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幻灯片编号占位符 5"/>
          <p:cNvSpPr txBox="1">
            <a:spLocks/>
          </p:cNvSpPr>
          <p:nvPr userDrawn="1"/>
        </p:nvSpPr>
        <p:spPr>
          <a:xfrm>
            <a:off x="9213742" y="6423854"/>
            <a:ext cx="2309169" cy="274637"/>
          </a:xfrm>
          <a:prstGeom prst="rect">
            <a:avLst/>
          </a:prstGeom>
        </p:spPr>
        <p:txBody>
          <a:bodyPr vert="horz" lIns="91440" tIns="45720" rIns="91440" bIns="45720" rtlCol="0" anchor="ctr"/>
          <a:lstStyle>
            <a:defPPr>
              <a:defRPr lang="zh-CN"/>
            </a:defPPr>
            <a:lvl1pPr algn="r" defTabSz="457200" rtl="0" fontAlgn="auto">
              <a:spcBef>
                <a:spcPts val="0"/>
              </a:spcBef>
              <a:spcAft>
                <a:spcPts val="0"/>
              </a:spcAft>
              <a:defRPr kumimoji="1" sz="1200" kern="1200">
                <a:solidFill>
                  <a:schemeClr val="tx1">
                    <a:tint val="75000"/>
                  </a:schemeClr>
                </a:solidFill>
                <a:latin typeface="思源黑体" panose="020B0800000000000000" pitchFamily="34" charset="-122"/>
                <a:ea typeface="思源黑体" panose="020B0800000000000000" pitchFamily="34" charset="-122"/>
                <a:cs typeface="+mn-cs"/>
              </a:defRPr>
            </a:lvl1pPr>
            <a:lvl2pPr marL="457200" algn="l" defTabSz="457200"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defTabSz="457200"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defTabSz="457200"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defTabSz="457200"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r>
              <a:rPr lang="en-US" altLang="zh-CN" dirty="0" smtClean="0"/>
              <a:t>【</a:t>
            </a:r>
            <a:r>
              <a:rPr lang="zh-CN" altLang="en-US" dirty="0" smtClean="0"/>
              <a:t>密级管制</a:t>
            </a:r>
            <a:r>
              <a:rPr lang="en-US" altLang="zh-CN" dirty="0" smtClean="0"/>
              <a:t>】</a:t>
            </a:r>
            <a:endParaRPr lang="zh-CN" altLang="en-US" dirty="0" smtClean="0"/>
          </a:p>
        </p:txBody>
      </p:sp>
    </p:spTree>
    <p:extLst>
      <p:ext uri="{BB962C8B-B14F-4D97-AF65-F5344CB8AC3E}">
        <p14:creationId xmlns:p14="http://schemas.microsoft.com/office/powerpoint/2010/main" val="943581225"/>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grpSp>
        <p:nvGrpSpPr>
          <p:cNvPr id="6" name="组合 5"/>
          <p:cNvGrpSpPr/>
          <p:nvPr userDrawn="1"/>
        </p:nvGrpSpPr>
        <p:grpSpPr>
          <a:xfrm>
            <a:off x="328721" y="340521"/>
            <a:ext cx="11534559" cy="443164"/>
            <a:chOff x="328721" y="340521"/>
            <a:chExt cx="11534559" cy="443164"/>
          </a:xfrm>
        </p:grpSpPr>
        <p:pic>
          <p:nvPicPr>
            <p:cNvPr id="7" name="图片 6"/>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10039968" y="416657"/>
              <a:ext cx="1532877" cy="367028"/>
            </a:xfrm>
            <a:prstGeom prst="rect">
              <a:avLst/>
            </a:prstGeom>
          </p:spPr>
        </p:pic>
        <p:cxnSp>
          <p:nvCxnSpPr>
            <p:cNvPr id="8" name="直接连接符 7"/>
            <p:cNvCxnSpPr/>
            <p:nvPr userDrawn="1"/>
          </p:nvCxnSpPr>
          <p:spPr>
            <a:xfrm flipH="1">
              <a:off x="328721" y="774354"/>
              <a:ext cx="10983147" cy="0"/>
            </a:xfrm>
            <a:prstGeom prst="line">
              <a:avLst/>
            </a:prstGeom>
            <a:ln w="28575">
              <a:gradFill>
                <a:gsLst>
                  <a:gs pos="25000">
                    <a:srgbClr val="C00000"/>
                  </a:gs>
                  <a:gs pos="100000">
                    <a:srgbClr val="017FD5"/>
                  </a:gs>
                </a:gsLst>
                <a:lin ang="10800000" scaled="0"/>
              </a:gradFill>
            </a:ln>
          </p:spPr>
          <p:style>
            <a:lnRef idx="1">
              <a:schemeClr val="accent1"/>
            </a:lnRef>
            <a:fillRef idx="0">
              <a:schemeClr val="accent1"/>
            </a:fillRef>
            <a:effectRef idx="0">
              <a:schemeClr val="accent1"/>
            </a:effectRef>
            <a:fontRef idx="minor">
              <a:schemeClr val="tx1"/>
            </a:fontRef>
          </p:style>
        </p:cxnSp>
        <p:sp>
          <p:nvSpPr>
            <p:cNvPr id="9" name="任意多边形 8"/>
            <p:cNvSpPr/>
            <p:nvPr userDrawn="1"/>
          </p:nvSpPr>
          <p:spPr>
            <a:xfrm>
              <a:off x="328721" y="340521"/>
              <a:ext cx="1428913" cy="433832"/>
            </a:xfrm>
            <a:custGeom>
              <a:avLst/>
              <a:gdLst>
                <a:gd name="connsiteX0" fmla="*/ 216918 w 1428913"/>
                <a:gd name="connsiteY0" fmla="*/ 0 h 433832"/>
                <a:gd name="connsiteX1" fmla="*/ 1048654 w 1428913"/>
                <a:gd name="connsiteY1" fmla="*/ 0 h 433832"/>
                <a:gd name="connsiteX2" fmla="*/ 1265570 w 1428913"/>
                <a:gd name="connsiteY2" fmla="*/ 216916 h 433832"/>
                <a:gd name="connsiteX3" fmla="*/ 1398053 w 1428913"/>
                <a:gd name="connsiteY3" fmla="*/ 416786 h 433832"/>
                <a:gd name="connsiteX4" fmla="*/ 1428913 w 1428913"/>
                <a:gd name="connsiteY4" fmla="*/ 426365 h 433832"/>
                <a:gd name="connsiteX5" fmla="*/ 1428913 w 1428913"/>
                <a:gd name="connsiteY5" fmla="*/ 433832 h 433832"/>
                <a:gd name="connsiteX6" fmla="*/ 1048654 w 1428913"/>
                <a:gd name="connsiteY6" fmla="*/ 433832 h 433832"/>
                <a:gd name="connsiteX7" fmla="*/ 216918 w 1428913"/>
                <a:gd name="connsiteY7" fmla="*/ 433832 h 433832"/>
                <a:gd name="connsiteX8" fmla="*/ 0 w 1428913"/>
                <a:gd name="connsiteY8" fmla="*/ 433832 h 433832"/>
                <a:gd name="connsiteX9" fmla="*/ 0 w 1428913"/>
                <a:gd name="connsiteY9" fmla="*/ 216916 h 433832"/>
                <a:gd name="connsiteX10" fmla="*/ 2 w 1428913"/>
                <a:gd name="connsiteY10" fmla="*/ 216916 h 433832"/>
                <a:gd name="connsiteX11" fmla="*/ 216918 w 1428913"/>
                <a:gd name="connsiteY11" fmla="*/ 0 h 433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28913" h="433832">
                  <a:moveTo>
                    <a:pt x="216918" y="0"/>
                  </a:moveTo>
                  <a:lnTo>
                    <a:pt x="1048654" y="0"/>
                  </a:lnTo>
                  <a:cubicBezTo>
                    <a:pt x="1168453" y="0"/>
                    <a:pt x="1265570" y="97117"/>
                    <a:pt x="1265570" y="216916"/>
                  </a:cubicBezTo>
                  <a:cubicBezTo>
                    <a:pt x="1265570" y="306765"/>
                    <a:pt x="1320198" y="383856"/>
                    <a:pt x="1398053" y="416786"/>
                  </a:cubicBezTo>
                  <a:lnTo>
                    <a:pt x="1428913" y="426365"/>
                  </a:lnTo>
                  <a:lnTo>
                    <a:pt x="1428913" y="433832"/>
                  </a:lnTo>
                  <a:lnTo>
                    <a:pt x="1048654" y="433832"/>
                  </a:lnTo>
                  <a:lnTo>
                    <a:pt x="216918" y="433832"/>
                  </a:lnTo>
                  <a:lnTo>
                    <a:pt x="0" y="433832"/>
                  </a:lnTo>
                  <a:lnTo>
                    <a:pt x="0" y="216916"/>
                  </a:lnTo>
                  <a:lnTo>
                    <a:pt x="2" y="216916"/>
                  </a:lnTo>
                  <a:cubicBezTo>
                    <a:pt x="2" y="97117"/>
                    <a:pt x="97119" y="0"/>
                    <a:pt x="216918" y="0"/>
                  </a:cubicBez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cxnSp>
          <p:nvCxnSpPr>
            <p:cNvPr id="10" name="直接连接符 9"/>
            <p:cNvCxnSpPr/>
            <p:nvPr/>
          </p:nvCxnSpPr>
          <p:spPr>
            <a:xfrm flipH="1">
              <a:off x="11461497" y="774353"/>
              <a:ext cx="401783" cy="0"/>
            </a:xfrm>
            <a:prstGeom prst="line">
              <a:avLst/>
            </a:prstGeom>
            <a:ln w="28575">
              <a:solidFill>
                <a:srgbClr val="017FD5"/>
              </a:solidFill>
            </a:ln>
          </p:spPr>
          <p:style>
            <a:lnRef idx="1">
              <a:schemeClr val="accent1"/>
            </a:lnRef>
            <a:fillRef idx="0">
              <a:schemeClr val="accent1"/>
            </a:fillRef>
            <a:effectRef idx="0">
              <a:schemeClr val="accent1"/>
            </a:effectRef>
            <a:fontRef idx="minor">
              <a:schemeClr val="tx1"/>
            </a:fontRef>
          </p:style>
        </p:cxnSp>
      </p:grpSp>
      <p:sp>
        <p:nvSpPr>
          <p:cNvPr id="11" name="矩形 10"/>
          <p:cNvSpPr/>
          <p:nvPr userDrawn="1"/>
        </p:nvSpPr>
        <p:spPr>
          <a:xfrm>
            <a:off x="669090" y="6359237"/>
            <a:ext cx="10792407" cy="403873"/>
          </a:xfrm>
          <a:prstGeom prst="rect">
            <a:avLst/>
          </a:prstGeom>
          <a:solidFill>
            <a:schemeClr val="bg1">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zh-CN" altLang="en-US" sz="2000">
              <a:latin typeface="思源黑体" panose="020B0800000000000000" pitchFamily="34" charset="-122"/>
              <a:ea typeface="思源黑体" panose="020B0800000000000000" pitchFamily="34" charset="-122"/>
            </a:endParaRPr>
          </a:p>
        </p:txBody>
      </p:sp>
      <p:sp>
        <p:nvSpPr>
          <p:cNvPr id="14" name="文本框 13"/>
          <p:cNvSpPr txBox="1"/>
          <p:nvPr userDrawn="1"/>
        </p:nvSpPr>
        <p:spPr>
          <a:xfrm>
            <a:off x="4915082" y="6391896"/>
            <a:ext cx="2361837" cy="338554"/>
          </a:xfrm>
          <a:prstGeom prst="rect">
            <a:avLst/>
          </a:prstGeom>
          <a:noFill/>
        </p:spPr>
        <p:txBody>
          <a:bodyPr wrap="square" rtlCol="0">
            <a:spAutoFit/>
          </a:bodyPr>
          <a:lstStyle/>
          <a:p>
            <a:pPr marL="0" marR="0" lvl="0" indent="0" algn="l" defTabSz="457200" rtl="0" eaLnBrk="0" fontAlgn="base" latinLnBrk="0" hangingPunct="0">
              <a:lnSpc>
                <a:spcPct val="100000"/>
              </a:lnSpc>
              <a:spcBef>
                <a:spcPct val="0"/>
              </a:spcBef>
              <a:spcAft>
                <a:spcPct val="0"/>
              </a:spcAft>
              <a:buClrTx/>
              <a:buSzTx/>
              <a:buFontTx/>
              <a:buNone/>
              <a:tabLst/>
              <a:defRPr/>
            </a:pPr>
            <a:r>
              <a:rPr lang="zh-CN" altLang="en-US" sz="1600" kern="1200" noProof="0" dirty="0" smtClean="0">
                <a:solidFill>
                  <a:srgbClr val="808080"/>
                </a:solidFill>
                <a:latin typeface="思源黑体" panose="020B0800000000000000" pitchFamily="34" charset="-122"/>
                <a:ea typeface="思源黑体" panose="020B0800000000000000" pitchFamily="34" charset="-122"/>
                <a:cs typeface="+mn-cs"/>
              </a:rPr>
              <a:t>晶合集成  </a:t>
            </a:r>
            <a:r>
              <a:rPr lang="en-US" altLang="zh-CN" sz="1600" kern="1200" noProof="0" dirty="0" smtClean="0">
                <a:solidFill>
                  <a:srgbClr val="808080"/>
                </a:solidFill>
                <a:latin typeface="思源黑体" panose="020B0800000000000000" pitchFamily="34" charset="-122"/>
                <a:ea typeface="思源黑体" panose="020B0800000000000000" pitchFamily="34" charset="-122"/>
                <a:cs typeface="+mn-cs"/>
              </a:rPr>
              <a:t>Confidential</a:t>
            </a:r>
            <a:endParaRPr lang="zh-CN" altLang="en-US" sz="1600" kern="1200" noProof="0" dirty="0" smtClean="0">
              <a:solidFill>
                <a:srgbClr val="808080"/>
              </a:solidFill>
              <a:latin typeface="思源黑体" panose="020B0800000000000000" pitchFamily="34" charset="-122"/>
              <a:ea typeface="思源黑体" panose="020B0800000000000000" pitchFamily="34" charset="-122"/>
              <a:cs typeface="+mn-cs"/>
            </a:endParaRPr>
          </a:p>
        </p:txBody>
      </p:sp>
      <p:sp>
        <p:nvSpPr>
          <p:cNvPr id="15" name="日期占位符 5"/>
          <p:cNvSpPr txBox="1">
            <a:spLocks/>
          </p:cNvSpPr>
          <p:nvPr userDrawn="1"/>
        </p:nvSpPr>
        <p:spPr>
          <a:xfrm>
            <a:off x="547391" y="6423854"/>
            <a:ext cx="1589314" cy="274637"/>
          </a:xfrm>
          <a:prstGeom prst="rect">
            <a:avLst/>
          </a:prstGeom>
          <a:solidFill>
            <a:schemeClr val="bg1"/>
          </a:solidFill>
        </p:spPr>
        <p:txBody>
          <a:bodyPr vert="horz" lIns="91440" tIns="45720" rIns="91440" bIns="45720" rtlCol="0" anchor="ctr"/>
          <a:lstStyle>
            <a:defPPr>
              <a:defRPr lang="zh-CN"/>
            </a:defPPr>
            <a:lvl1pPr algn="l" defTabSz="457200" rtl="0" eaLnBrk="1" fontAlgn="auto" hangingPunct="1">
              <a:spcBef>
                <a:spcPts val="0"/>
              </a:spcBef>
              <a:spcAft>
                <a:spcPts val="0"/>
              </a:spcAft>
              <a:defRPr kumimoji="1" sz="1200" kern="120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defTabSz="457200"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defTabSz="457200"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defTabSz="457200"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fld id="{5E74E31F-A69C-4F37-82B2-13C4B7BB9096}" type="datetime1">
              <a:rPr lang="zh-CN" altLang="en-US" smtClean="0">
                <a:solidFill>
                  <a:prstClr val="black">
                    <a:tint val="75000"/>
                  </a:prstClr>
                </a:solidFill>
                <a:latin typeface="思源黑体" panose="020B0800000000000000" pitchFamily="34" charset="-122"/>
                <a:ea typeface="思源黑体" panose="020B0800000000000000" pitchFamily="34" charset="-122"/>
              </a:rPr>
              <a:pPr>
                <a:defRPr/>
              </a:pPr>
              <a:t>2025/9/4</a:t>
            </a:fld>
            <a:endParaRPr lang="zh-CN" altLang="en-US" dirty="0">
              <a:solidFill>
                <a:prstClr val="black">
                  <a:tint val="75000"/>
                </a:prstClr>
              </a:solidFill>
              <a:latin typeface="思源黑体" panose="020B0800000000000000" pitchFamily="34" charset="-122"/>
              <a:ea typeface="思源黑体" panose="020B0800000000000000" pitchFamily="34" charset="-122"/>
            </a:endParaRPr>
          </a:p>
        </p:txBody>
      </p:sp>
      <p:sp>
        <p:nvSpPr>
          <p:cNvPr id="12" name="幻灯片编号占位符 5"/>
          <p:cNvSpPr txBox="1">
            <a:spLocks/>
          </p:cNvSpPr>
          <p:nvPr userDrawn="1"/>
        </p:nvSpPr>
        <p:spPr>
          <a:xfrm>
            <a:off x="9213742" y="6423854"/>
            <a:ext cx="2309169" cy="274637"/>
          </a:xfrm>
          <a:prstGeom prst="rect">
            <a:avLst/>
          </a:prstGeom>
        </p:spPr>
        <p:txBody>
          <a:bodyPr vert="horz" lIns="91440" tIns="45720" rIns="91440" bIns="45720" rtlCol="0" anchor="ctr"/>
          <a:lstStyle>
            <a:defPPr>
              <a:defRPr lang="zh-CN"/>
            </a:defPPr>
            <a:lvl1pPr algn="r" defTabSz="457200" rtl="0" fontAlgn="auto">
              <a:spcBef>
                <a:spcPts val="0"/>
              </a:spcBef>
              <a:spcAft>
                <a:spcPts val="0"/>
              </a:spcAft>
              <a:defRPr kumimoji="1" sz="1200" kern="1200">
                <a:solidFill>
                  <a:schemeClr val="tx1">
                    <a:tint val="75000"/>
                  </a:schemeClr>
                </a:solidFill>
                <a:latin typeface="思源黑体" panose="020B0800000000000000" pitchFamily="34" charset="-122"/>
                <a:ea typeface="思源黑体" panose="020B0800000000000000" pitchFamily="34" charset="-122"/>
                <a:cs typeface="+mn-cs"/>
              </a:defRPr>
            </a:lvl1pPr>
            <a:lvl2pPr marL="457200" algn="l" defTabSz="457200"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defTabSz="457200"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defTabSz="457200"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defTabSz="457200"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r>
              <a:rPr lang="en-US" altLang="zh-CN" dirty="0" smtClean="0"/>
              <a:t>【</a:t>
            </a:r>
            <a:r>
              <a:rPr lang="zh-CN" altLang="en-US" dirty="0" smtClean="0"/>
              <a:t>密级管制</a:t>
            </a:r>
            <a:r>
              <a:rPr lang="en-US" altLang="zh-CN" dirty="0" smtClean="0"/>
              <a:t>】</a:t>
            </a:r>
            <a:r>
              <a:rPr lang="zh-CN" altLang="en-US" dirty="0" smtClean="0"/>
              <a:t>  </a:t>
            </a:r>
          </a:p>
        </p:txBody>
      </p:sp>
    </p:spTree>
    <p:extLst>
      <p:ext uri="{BB962C8B-B14F-4D97-AF65-F5344CB8AC3E}">
        <p14:creationId xmlns:p14="http://schemas.microsoft.com/office/powerpoint/2010/main" val="4270620239"/>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两项内容">
    <p:spTree>
      <p:nvGrpSpPr>
        <p:cNvPr id="1" name=""/>
        <p:cNvGrpSpPr/>
        <p:nvPr/>
      </p:nvGrpSpPr>
      <p:grpSpPr>
        <a:xfrm>
          <a:off x="0" y="0"/>
          <a:ext cx="0" cy="0"/>
          <a:chOff x="0" y="0"/>
          <a:chExt cx="0" cy="0"/>
        </a:xfrm>
      </p:grpSpPr>
      <p:pic>
        <p:nvPicPr>
          <p:cNvPr id="2" name="图片 6"/>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747685" y="2719918"/>
            <a:ext cx="7444316" cy="1413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 name="组合 10"/>
          <p:cNvGrpSpPr>
            <a:grpSpLocks/>
          </p:cNvGrpSpPr>
          <p:nvPr userDrawn="1"/>
        </p:nvGrpSpPr>
        <p:grpSpPr bwMode="auto">
          <a:xfrm>
            <a:off x="4747685" y="4133851"/>
            <a:ext cx="7444316" cy="61383"/>
            <a:chOff x="251520" y="4803998"/>
            <a:chExt cx="8485188" cy="45719"/>
          </a:xfrm>
        </p:grpSpPr>
        <p:sp>
          <p:nvSpPr>
            <p:cNvPr id="4" name="矩形 3"/>
            <p:cNvSpPr/>
            <p:nvPr/>
          </p:nvSpPr>
          <p:spPr>
            <a:xfrm>
              <a:off x="4871689" y="4803998"/>
              <a:ext cx="2340243" cy="45719"/>
            </a:xfrm>
            <a:prstGeom prst="rect">
              <a:avLst/>
            </a:prstGeom>
            <a:solidFill>
              <a:schemeClr val="tx1">
                <a:lumMod val="50000"/>
                <a:lumOff val="5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zh-CN" altLang="en-US" sz="2400"/>
            </a:p>
          </p:txBody>
        </p:sp>
        <p:sp>
          <p:nvSpPr>
            <p:cNvPr id="5" name="矩形 4"/>
            <p:cNvSpPr/>
            <p:nvPr/>
          </p:nvSpPr>
          <p:spPr>
            <a:xfrm>
              <a:off x="7211931" y="4803998"/>
              <a:ext cx="1524777" cy="45719"/>
            </a:xfrm>
            <a:prstGeom prst="rect">
              <a:avLst/>
            </a:prstGeom>
            <a:solidFill>
              <a:srgbClr val="E7353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zh-CN" altLang="en-US" sz="2400"/>
            </a:p>
          </p:txBody>
        </p:sp>
        <p:sp>
          <p:nvSpPr>
            <p:cNvPr id="6" name="矩形 5"/>
            <p:cNvSpPr/>
            <p:nvPr/>
          </p:nvSpPr>
          <p:spPr>
            <a:xfrm>
              <a:off x="251520" y="4803998"/>
              <a:ext cx="1230437" cy="45719"/>
            </a:xfrm>
            <a:prstGeom prst="rect">
              <a:avLst/>
            </a:prstGeom>
            <a:solidFill>
              <a:srgbClr val="00A2A6"/>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zh-CN" altLang="en-US" sz="2400"/>
            </a:p>
          </p:txBody>
        </p:sp>
        <p:sp>
          <p:nvSpPr>
            <p:cNvPr id="7" name="矩形 6"/>
            <p:cNvSpPr/>
            <p:nvPr/>
          </p:nvSpPr>
          <p:spPr>
            <a:xfrm>
              <a:off x="1481957" y="4803998"/>
              <a:ext cx="3389732" cy="45719"/>
            </a:xfrm>
            <a:prstGeom prst="rect">
              <a:avLst/>
            </a:prstGeom>
            <a:solidFill>
              <a:srgbClr val="4C80C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zh-CN" altLang="en-US" sz="2400"/>
            </a:p>
          </p:txBody>
        </p:sp>
      </p:grpSp>
      <p:sp>
        <p:nvSpPr>
          <p:cNvPr id="9" name="页脚占位符 3"/>
          <p:cNvSpPr txBox="1">
            <a:spLocks/>
          </p:cNvSpPr>
          <p:nvPr userDrawn="1"/>
        </p:nvSpPr>
        <p:spPr>
          <a:xfrm>
            <a:off x="9827685" y="2317751"/>
            <a:ext cx="2364316" cy="366183"/>
          </a:xfrm>
          <a:prstGeom prst="rect">
            <a:avLst/>
          </a:prstGeom>
        </p:spPr>
        <p:txBody>
          <a:bodyPr anchor="ctr"/>
          <a:lstStyle>
            <a:defPPr>
              <a:defRPr lang="zh-CN"/>
            </a:defPPr>
            <a:lvl1pPr algn="l" defTabSz="457200"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defTabSz="457200"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defTabSz="457200"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defTabSz="457200"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defTabSz="457200"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lgn="r" eaLnBrk="1" hangingPunct="1">
              <a:defRPr/>
            </a:pPr>
            <a:r>
              <a:rPr lang="en-US" altLang="zh-CN" sz="2400" i="1" dirty="0" smtClean="0">
                <a:solidFill>
                  <a:schemeClr val="bg1">
                    <a:lumMod val="65000"/>
                  </a:schemeClr>
                </a:solidFill>
                <a:latin typeface="思源黑体" panose="020B0800000000000000" pitchFamily="34" charset="-122"/>
                <a:ea typeface="思源黑体" panose="020B0800000000000000" pitchFamily="34" charset="-122"/>
              </a:rPr>
              <a:t>Confidential</a:t>
            </a:r>
            <a:endParaRPr lang="zh-CN" altLang="en-US" sz="2400" i="1" dirty="0">
              <a:solidFill>
                <a:schemeClr val="bg1">
                  <a:lumMod val="65000"/>
                </a:schemeClr>
              </a:solidFill>
              <a:latin typeface="思源黑体" panose="020B0800000000000000" pitchFamily="34" charset="-122"/>
              <a:ea typeface="思源黑体" panose="020B0800000000000000" pitchFamily="34" charset="-122"/>
            </a:endParaRPr>
          </a:p>
        </p:txBody>
      </p:sp>
      <p:sp>
        <p:nvSpPr>
          <p:cNvPr id="10" name="幻灯片编号占位符 5"/>
          <p:cNvSpPr txBox="1">
            <a:spLocks/>
          </p:cNvSpPr>
          <p:nvPr userDrawn="1"/>
        </p:nvSpPr>
        <p:spPr>
          <a:xfrm>
            <a:off x="9213742" y="6423854"/>
            <a:ext cx="2309169" cy="274637"/>
          </a:xfrm>
          <a:prstGeom prst="rect">
            <a:avLst/>
          </a:prstGeom>
        </p:spPr>
        <p:txBody>
          <a:bodyPr vert="horz" lIns="91440" tIns="45720" rIns="91440" bIns="45720" rtlCol="0" anchor="ctr"/>
          <a:lstStyle>
            <a:defPPr>
              <a:defRPr lang="zh-CN"/>
            </a:defPPr>
            <a:lvl1pPr algn="r" defTabSz="457200" rtl="0" fontAlgn="auto">
              <a:spcBef>
                <a:spcPts val="0"/>
              </a:spcBef>
              <a:spcAft>
                <a:spcPts val="0"/>
              </a:spcAft>
              <a:defRPr kumimoji="1" sz="1200" kern="1200">
                <a:solidFill>
                  <a:schemeClr val="tx1">
                    <a:tint val="75000"/>
                  </a:schemeClr>
                </a:solidFill>
                <a:latin typeface="思源黑体" panose="020B0800000000000000" pitchFamily="34" charset="-122"/>
                <a:ea typeface="思源黑体" panose="020B0800000000000000" pitchFamily="34" charset="-122"/>
                <a:cs typeface="+mn-cs"/>
              </a:defRPr>
            </a:lvl1pPr>
            <a:lvl2pPr marL="457200" algn="l" defTabSz="457200"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defTabSz="457200"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defTabSz="457200"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defTabSz="457200"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r>
              <a:rPr lang="en-US" altLang="zh-CN" dirty="0" smtClean="0"/>
              <a:t>【</a:t>
            </a:r>
            <a:r>
              <a:rPr lang="zh-CN" altLang="en-US" dirty="0" smtClean="0"/>
              <a:t>密级管制</a:t>
            </a:r>
            <a:r>
              <a:rPr lang="en-US" altLang="zh-CN" dirty="0" smtClean="0"/>
              <a:t>】</a:t>
            </a:r>
            <a:endParaRPr lang="zh-CN" altLang="en-US" dirty="0" smtClean="0"/>
          </a:p>
        </p:txBody>
      </p:sp>
    </p:spTree>
    <p:extLst>
      <p:ext uri="{BB962C8B-B14F-4D97-AF65-F5344CB8AC3E}">
        <p14:creationId xmlns:p14="http://schemas.microsoft.com/office/powerpoint/2010/main" val="3655835092"/>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7A732C64-3C24-B38C-C750-D3DFBA12B48F}"/>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9DDECFA1-E428-4DCC-789E-167FD1C18E1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a:extLst>
              <a:ext uri="{FF2B5EF4-FFF2-40B4-BE49-F238E27FC236}">
                <a16:creationId xmlns:a16="http://schemas.microsoft.com/office/drawing/2014/main" id="{79213F35-28C0-6C61-13F0-5B0F8564633C}"/>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latin typeface="思源宋体 CN" panose="02020400000000000000" pitchFamily="18" charset="-122"/>
                <a:ea typeface="思源宋体 CN" panose="02020400000000000000" pitchFamily="18" charset="-122"/>
              </a:defRPr>
            </a:lvl1pPr>
          </a:lstStyle>
          <a:p>
            <a:fld id="{C24EED1B-53A2-4A4A-88EA-27EA51775A77}" type="datetimeFigureOut">
              <a:rPr lang="zh-CN" altLang="en-US" smtClean="0"/>
              <a:pPr/>
              <a:t>2025/9/4</a:t>
            </a:fld>
            <a:endParaRPr lang="zh-CN" altLang="en-US" dirty="0"/>
          </a:p>
        </p:txBody>
      </p:sp>
      <p:sp>
        <p:nvSpPr>
          <p:cNvPr id="5" name="页脚占位符 4">
            <a:extLst>
              <a:ext uri="{FF2B5EF4-FFF2-40B4-BE49-F238E27FC236}">
                <a16:creationId xmlns:a16="http://schemas.microsoft.com/office/drawing/2014/main" id="{7729A04E-D432-5059-B449-92C3D080269F}"/>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latin typeface="思源宋体 CN" panose="02020400000000000000" pitchFamily="18" charset="-122"/>
                <a:ea typeface="思源宋体 CN" panose="02020400000000000000" pitchFamily="18" charset="-122"/>
              </a:defRPr>
            </a:lvl1pPr>
          </a:lstStyle>
          <a:p>
            <a:endParaRPr lang="zh-CN" altLang="en-US" dirty="0"/>
          </a:p>
        </p:txBody>
      </p:sp>
      <p:sp>
        <p:nvSpPr>
          <p:cNvPr id="6" name="灯片编号占位符 5">
            <a:extLst>
              <a:ext uri="{FF2B5EF4-FFF2-40B4-BE49-F238E27FC236}">
                <a16:creationId xmlns:a16="http://schemas.microsoft.com/office/drawing/2014/main" id="{B32A8FDF-8F05-DF67-E8FA-824DD6D410A3}"/>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latin typeface="思源宋体 CN" panose="02020400000000000000" pitchFamily="18" charset="-122"/>
                <a:ea typeface="思源宋体 CN" panose="02020400000000000000" pitchFamily="18" charset="-122"/>
              </a:defRPr>
            </a:lvl1pPr>
          </a:lstStyle>
          <a:p>
            <a:fld id="{6F61040E-6CBF-43E8-94A3-FD47259B20D5}" type="slidenum">
              <a:rPr lang="zh-CN" altLang="en-US" smtClean="0"/>
              <a:pPr/>
              <a:t>‹#›</a:t>
            </a:fld>
            <a:endParaRPr lang="zh-CN" altLang="en-US" dirty="0"/>
          </a:p>
        </p:txBody>
      </p:sp>
    </p:spTree>
    <p:extLst>
      <p:ext uri="{BB962C8B-B14F-4D97-AF65-F5344CB8AC3E}">
        <p14:creationId xmlns:p14="http://schemas.microsoft.com/office/powerpoint/2010/main" val="95212692"/>
      </p:ext>
    </p:extLst>
  </p:cSld>
  <p:clrMap bg1="lt1" tx1="dk1" bg2="lt2" tx2="dk2" accent1="accent1" accent2="accent2" accent3="accent3" accent4="accent4" accent5="accent5" accent6="accent6" hlink="hlink" folHlink="folHlink"/>
  <p:sldLayoutIdLst>
    <p:sldLayoutId id="2147483656" r:id="rId1"/>
    <p:sldLayoutId id="2147483657" r:id="rId2"/>
    <p:sldLayoutId id="2147483655" r:id="rId3"/>
    <p:sldLayoutId id="2147483659" r:id="rId4"/>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思源宋体 CN" panose="02020400000000000000" pitchFamily="18" charset="-122"/>
          <a:ea typeface="思源宋体 CN" panose="02020400000000000000" pitchFamily="18"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宋体 CN" panose="02020400000000000000" pitchFamily="18" charset="-122"/>
          <a:ea typeface="思源宋体 CN" panose="02020400000000000000"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宋体 CN" panose="02020400000000000000" pitchFamily="18" charset="-122"/>
          <a:ea typeface="思源宋体 CN" panose="02020400000000000000"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宋体 CN" panose="02020400000000000000" pitchFamily="18" charset="-122"/>
          <a:ea typeface="思源宋体 CN" panose="02020400000000000000"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宋体 CN" panose="02020400000000000000" pitchFamily="18" charset="-122"/>
          <a:ea typeface="思源宋体 CN" panose="02020400000000000000"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宋体 CN" panose="02020400000000000000" pitchFamily="18" charset="-122"/>
          <a:ea typeface="思源宋体 CN" panose="02020400000000000000"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19.xml"/><Relationship Id="rId3" Type="http://schemas.openxmlformats.org/officeDocument/2006/relationships/diagramLayout" Target="../diagrams/layout1.xml"/><Relationship Id="rId7" Type="http://schemas.openxmlformats.org/officeDocument/2006/relationships/slide" Target="slide4.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 Id="rId9" Type="http://schemas.openxmlformats.org/officeDocument/2006/relationships/slide" Target="slide24.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10.51.184.35:8090/NewReporting/welcome" TargetMode="Externa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 Id="rId6" Type="http://schemas.openxmlformats.org/officeDocument/2006/relationships/image" Target="../media/image18.png"/><Relationship Id="rId5" Type="http://schemas.openxmlformats.org/officeDocument/2006/relationships/image" Target="../media/image1.png"/><Relationship Id="rId4" Type="http://schemas.openxmlformats.org/officeDocument/2006/relationships/slide" Target="slide3.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3.xml"/><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3.xml"/><Relationship Id="rId1" Type="http://schemas.openxmlformats.org/officeDocument/2006/relationships/slideLayout" Target="../slideLayouts/slideLayout3.xml"/><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20">
            <a:extLst>
              <a:ext uri="{FF2B5EF4-FFF2-40B4-BE49-F238E27FC236}">
                <a16:creationId xmlns:a16="http://schemas.microsoft.com/office/drawing/2014/main" id="{94782366-33E8-F14D-3C1E-BD4F2695AEE5}"/>
              </a:ext>
            </a:extLst>
          </p:cNvPr>
          <p:cNvSpPr txBox="1">
            <a:spLocks noChangeArrowheads="1"/>
          </p:cNvSpPr>
          <p:nvPr/>
        </p:nvSpPr>
        <p:spPr bwMode="auto">
          <a:xfrm>
            <a:off x="1657421" y="323816"/>
            <a:ext cx="521720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R="0" lvl="0" indent="0" defTabSz="1219200" fontAlgn="auto">
              <a:lnSpc>
                <a:spcPct val="100000"/>
              </a:lnSpc>
              <a:spcBef>
                <a:spcPct val="0"/>
              </a:spcBef>
              <a:spcAft>
                <a:spcPts val="0"/>
              </a:spcAft>
              <a:buClrTx/>
              <a:buSzTx/>
              <a:buFont typeface="思源宋体 CN Heavy" panose="02020900000000000000" pitchFamily="18" charset="-122"/>
              <a:buNone/>
              <a:tabLst/>
              <a:defRPr kumimoji="0" sz="2800" b="1" i="0" u="none" strike="noStrike" kern="0" cap="none" spc="0" normalizeH="0" baseline="0">
                <a:ln>
                  <a:noFill/>
                </a:ln>
                <a:solidFill>
                  <a:prstClr val="black">
                    <a:lumMod val="75000"/>
                    <a:lumOff val="25000"/>
                  </a:prstClr>
                </a:solidFill>
                <a:effectLst/>
                <a:uLnTx/>
                <a:uFillTx/>
                <a:latin typeface="Arial"/>
                <a:ea typeface="微软雅黑"/>
                <a:cs typeface="思源宋体 CN Heavy" panose="02020900000000000000" pitchFamily="18" charset="-122"/>
              </a:defRPr>
            </a:lvl1pPr>
            <a:lvl2pPr marL="742950" indent="-285750">
              <a:lnSpc>
                <a:spcPct val="90000"/>
              </a:lnSpc>
              <a:spcBef>
                <a:spcPts val="500"/>
              </a:spcBef>
              <a:buFont typeface="Arial" panose="020B0604020202020204" pitchFamily="34" charset="0"/>
              <a:buChar char="•"/>
              <a:defRPr sz="2400">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r>
              <a:rPr lang="zh-CN" altLang="en-US" sz="2400" dirty="0" smtClean="0">
                <a:latin typeface="思源宋体" panose="02020700000000000000" pitchFamily="18" charset="-122"/>
                <a:ea typeface="思源宋体" panose="02020700000000000000" pitchFamily="18" charset="-122"/>
              </a:rPr>
              <a:t>扫码签到</a:t>
            </a:r>
            <a:endParaRPr lang="zh-CN" altLang="en-US" sz="2400" dirty="0">
              <a:solidFill>
                <a:schemeClr val="bg2"/>
              </a:solidFill>
              <a:latin typeface="思源宋体" panose="02020700000000000000" pitchFamily="18" charset="-122"/>
              <a:ea typeface="思源宋体" panose="02020700000000000000" pitchFamily="18" charset="-122"/>
            </a:endParaRPr>
          </a:p>
        </p:txBody>
      </p:sp>
      <p:pic>
        <p:nvPicPr>
          <p:cNvPr id="3" name="图片 2"/>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3128544" y="881149"/>
            <a:ext cx="4554999" cy="5228706"/>
          </a:xfrm>
          <a:prstGeom prst="rect">
            <a:avLst/>
          </a:prstGeom>
        </p:spPr>
      </p:pic>
    </p:spTree>
    <p:extLst>
      <p:ext uri="{BB962C8B-B14F-4D97-AF65-F5344CB8AC3E}">
        <p14:creationId xmlns:p14="http://schemas.microsoft.com/office/powerpoint/2010/main" val="11143262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8636E7BA-64D0-D28C-8D1D-DD803C1AE4C6}"/>
              </a:ext>
            </a:extLst>
          </p:cNvPr>
          <p:cNvSpPr txBox="1"/>
          <p:nvPr/>
        </p:nvSpPr>
        <p:spPr>
          <a:xfrm>
            <a:off x="755283" y="1982085"/>
            <a:ext cx="10466899" cy="923330"/>
          </a:xfrm>
          <a:prstGeom prst="rect">
            <a:avLst/>
          </a:prstGeom>
          <a:noFill/>
        </p:spPr>
        <p:txBody>
          <a:bodyPr wrap="square" rtlCol="0">
            <a:spAutoFit/>
          </a:bodyPr>
          <a:lstStyle/>
          <a:p>
            <a:pPr algn="ctr">
              <a:defRPr/>
            </a:pPr>
            <a:r>
              <a:rPr kumimoji="1" lang="zh-CN" altLang="en-US" sz="5400" dirty="0" smtClean="0">
                <a:solidFill>
                  <a:srgbClr val="002060"/>
                </a:solidFill>
                <a:latin typeface="思源宋体" panose="02020700000000000000" pitchFamily="18" charset="-122"/>
                <a:ea typeface="思源宋体" panose="02020700000000000000" pitchFamily="18" charset="-122"/>
                <a:cs typeface="Abadi MT Condensed Light"/>
              </a:rPr>
              <a:t>制造信息中心</a:t>
            </a:r>
            <a:r>
              <a:rPr kumimoji="1" lang="en-US" altLang="zh-CN" sz="5400" dirty="0">
                <a:solidFill>
                  <a:srgbClr val="002060"/>
                </a:solidFill>
                <a:latin typeface="思源宋体" panose="02020700000000000000" pitchFamily="18" charset="-122"/>
                <a:ea typeface="思源宋体" panose="02020700000000000000" pitchFamily="18" charset="-122"/>
                <a:cs typeface="Abadi MT Condensed Light"/>
              </a:rPr>
              <a:t>A</a:t>
            </a:r>
            <a:r>
              <a:rPr kumimoji="1" lang="en-US" altLang="zh-CN" sz="5400" dirty="0" smtClean="0">
                <a:solidFill>
                  <a:srgbClr val="002060"/>
                </a:solidFill>
                <a:latin typeface="思源宋体" panose="02020700000000000000" pitchFamily="18" charset="-122"/>
                <a:ea typeface="思源宋体" panose="02020700000000000000" pitchFamily="18" charset="-122"/>
                <a:cs typeface="Abadi MT Condensed Light"/>
              </a:rPr>
              <a:t>larm</a:t>
            </a:r>
            <a:r>
              <a:rPr kumimoji="1" lang="zh-CN" altLang="en-US" sz="5400" dirty="0">
                <a:solidFill>
                  <a:srgbClr val="002060"/>
                </a:solidFill>
                <a:latin typeface="思源宋体" panose="02020700000000000000" pitchFamily="18" charset="-122"/>
                <a:ea typeface="思源宋体" panose="02020700000000000000" pitchFamily="18" charset="-122"/>
                <a:cs typeface="Abadi MT Condensed Light"/>
              </a:rPr>
              <a:t>机制培训</a:t>
            </a:r>
            <a:endParaRPr kumimoji="1" lang="en-US" altLang="zh-CN" sz="5400" dirty="0">
              <a:solidFill>
                <a:srgbClr val="002060"/>
              </a:solidFill>
              <a:latin typeface="思源宋体" panose="02020700000000000000" pitchFamily="18" charset="-122"/>
              <a:ea typeface="思源宋体" panose="02020700000000000000" pitchFamily="18" charset="-122"/>
              <a:cs typeface="Abadi MT Condensed Light"/>
            </a:endParaRPr>
          </a:p>
        </p:txBody>
      </p:sp>
      <p:grpSp>
        <p:nvGrpSpPr>
          <p:cNvPr id="5" name="组合 4"/>
          <p:cNvGrpSpPr/>
          <p:nvPr/>
        </p:nvGrpSpPr>
        <p:grpSpPr>
          <a:xfrm>
            <a:off x="3078981" y="3225762"/>
            <a:ext cx="6034039" cy="515581"/>
            <a:chOff x="2502954" y="3225762"/>
            <a:chExt cx="6034039" cy="515581"/>
          </a:xfrm>
        </p:grpSpPr>
        <p:grpSp>
          <p:nvGrpSpPr>
            <p:cNvPr id="2" name="组合 1"/>
            <p:cNvGrpSpPr/>
            <p:nvPr/>
          </p:nvGrpSpPr>
          <p:grpSpPr>
            <a:xfrm>
              <a:off x="2502954" y="3225762"/>
              <a:ext cx="2632136" cy="501252"/>
              <a:chOff x="2502954" y="3225762"/>
              <a:chExt cx="2632136" cy="501252"/>
            </a:xfrm>
          </p:grpSpPr>
          <p:grpSp>
            <p:nvGrpSpPr>
              <p:cNvPr id="64" name="组合 63">
                <a:extLst>
                  <a:ext uri="{FF2B5EF4-FFF2-40B4-BE49-F238E27FC236}">
                    <a16:creationId xmlns:a16="http://schemas.microsoft.com/office/drawing/2014/main" id="{4EA3739E-8158-8619-4A04-C7BA5A8E1B5F}"/>
                  </a:ext>
                </a:extLst>
              </p:cNvPr>
              <p:cNvGrpSpPr/>
              <p:nvPr/>
            </p:nvGrpSpPr>
            <p:grpSpPr>
              <a:xfrm>
                <a:off x="2502954" y="3259014"/>
                <a:ext cx="2632136" cy="468000"/>
                <a:chOff x="526087" y="4459423"/>
                <a:chExt cx="2632136" cy="615334"/>
              </a:xfrm>
            </p:grpSpPr>
            <p:sp>
              <p:nvSpPr>
                <p:cNvPr id="66" name="矩形: 对角圆角 65">
                  <a:extLst>
                    <a:ext uri="{FF2B5EF4-FFF2-40B4-BE49-F238E27FC236}">
                      <a16:creationId xmlns:a16="http://schemas.microsoft.com/office/drawing/2014/main" id="{D84706D9-CA77-47B1-C6A4-7B1E337754E7}"/>
                    </a:ext>
                  </a:extLst>
                </p:cNvPr>
                <p:cNvSpPr/>
                <p:nvPr/>
              </p:nvSpPr>
              <p:spPr>
                <a:xfrm flipH="1">
                  <a:off x="799664" y="4459423"/>
                  <a:ext cx="2358559" cy="615334"/>
                </a:xfrm>
                <a:prstGeom prst="round2DiagRect">
                  <a:avLst>
                    <a:gd name="adj1" fmla="val 38213"/>
                    <a:gd name="adj2" fmla="val 0"/>
                  </a:avLst>
                </a:prstGeom>
                <a:solidFill>
                  <a:schemeClr val="bg2"/>
                </a:solidFill>
                <a:ln w="12700" cap="flat" cmpd="sng" algn="ctr">
                  <a:noFill/>
                  <a:prstDash val="solid"/>
                  <a:miter lim="800000"/>
                </a:ln>
                <a:effectLst>
                  <a:outerShdw blurRad="762000" algn="ctr" rotWithShape="0">
                    <a:srgbClr val="037EF3">
                      <a:alpha val="10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i="0" u="none" strike="noStrike" kern="0" cap="none" spc="0" normalizeH="0" baseline="0" noProof="0" dirty="0">
                    <a:ln>
                      <a:noFill/>
                    </a:ln>
                    <a:effectLst/>
                    <a:uLnTx/>
                    <a:uFillTx/>
                    <a:latin typeface="思源黑体 CN Regular" panose="020B0500000000000000" pitchFamily="34" charset="-122"/>
                    <a:ea typeface="思源黑体 CN Regular" panose="020B0500000000000000" pitchFamily="34" charset="-122"/>
                    <a:sym typeface="Arial"/>
                  </a:endParaRPr>
                </a:p>
              </p:txBody>
            </p:sp>
            <p:sp>
              <p:nvSpPr>
                <p:cNvPr id="67" name="矩形: 圆角 66">
                  <a:extLst>
                    <a:ext uri="{FF2B5EF4-FFF2-40B4-BE49-F238E27FC236}">
                      <a16:creationId xmlns:a16="http://schemas.microsoft.com/office/drawing/2014/main" id="{118BA979-D7F3-B12F-EA1C-E6D21A6B3353}"/>
                    </a:ext>
                  </a:extLst>
                </p:cNvPr>
                <p:cNvSpPr/>
                <p:nvPr/>
              </p:nvSpPr>
              <p:spPr>
                <a:xfrm flipH="1">
                  <a:off x="526087" y="4459423"/>
                  <a:ext cx="931237" cy="615334"/>
                </a:xfrm>
                <a:prstGeom prst="roundRect">
                  <a:avLst>
                    <a:gd name="adj" fmla="val 50000"/>
                  </a:avLst>
                </a:prstGeom>
                <a:solidFill>
                  <a:srgbClr val="017FD5"/>
                </a:solidFill>
                <a:ln w="12700" cap="flat" cmpd="sng" algn="ctr">
                  <a:noFill/>
                  <a:prstDash val="solid"/>
                  <a:miter lim="800000"/>
                </a:ln>
                <a:effectLst>
                  <a:outerShdw blurRad="762000" algn="ctr" rotWithShape="0">
                    <a:srgbClr val="FF8463">
                      <a:alpha val="10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kern="0" dirty="0" smtClean="0">
                      <a:solidFill>
                        <a:prstClr val="white"/>
                      </a:solidFill>
                      <a:latin typeface="思源宋体" panose="02020700000000000000" pitchFamily="18" charset="-122"/>
                      <a:ea typeface="思源宋体" panose="02020700000000000000" pitchFamily="18" charset="-122"/>
                      <a:sym typeface="Arial"/>
                    </a:rPr>
                    <a:t>汇报人</a:t>
                  </a:r>
                  <a:endParaRPr kumimoji="0" lang="zh-CN" altLang="en-US" sz="1600" i="0" u="none" strike="noStrike" kern="0" cap="none" spc="0" normalizeH="0" baseline="0" noProof="0" dirty="0">
                    <a:ln>
                      <a:noFill/>
                    </a:ln>
                    <a:solidFill>
                      <a:prstClr val="white"/>
                    </a:solidFill>
                    <a:effectLst/>
                    <a:uLnTx/>
                    <a:uFillTx/>
                    <a:latin typeface="思源宋体" panose="02020700000000000000" pitchFamily="18" charset="-122"/>
                    <a:ea typeface="思源宋体" panose="02020700000000000000" pitchFamily="18" charset="-122"/>
                    <a:sym typeface="Arial"/>
                  </a:endParaRPr>
                </a:p>
              </p:txBody>
            </p:sp>
          </p:grpSp>
          <p:sp>
            <p:nvSpPr>
              <p:cNvPr id="11" name="文本框 7"/>
              <p:cNvSpPr txBox="1">
                <a:spLocks noChangeArrowheads="1"/>
              </p:cNvSpPr>
              <p:nvPr/>
            </p:nvSpPr>
            <p:spPr bwMode="auto">
              <a:xfrm>
                <a:off x="3434191" y="3225762"/>
                <a:ext cx="1638300"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pPr>
                <a:r>
                  <a:rPr kumimoji="1" lang="en-US" altLang="zh-CN" sz="1800" b="1" dirty="0" smtClean="0">
                    <a:solidFill>
                      <a:srgbClr val="002060"/>
                    </a:solidFill>
                    <a:latin typeface="思源宋体" panose="02020700000000000000" pitchFamily="18" charset="-122"/>
                    <a:ea typeface="思源宋体" panose="02020700000000000000" pitchFamily="18" charset="-122"/>
                    <a:cs typeface="Abadi MT Condensed Light"/>
                  </a:rPr>
                  <a:t>PB11 </a:t>
                </a:r>
                <a:r>
                  <a:rPr kumimoji="1" lang="zh-CN" altLang="en-US" sz="1800" b="1" dirty="0" smtClean="0">
                    <a:solidFill>
                      <a:srgbClr val="002060"/>
                    </a:solidFill>
                    <a:latin typeface="思源宋体" panose="02020700000000000000" pitchFamily="18" charset="-122"/>
                    <a:ea typeface="思源宋体" panose="02020700000000000000" pitchFamily="18" charset="-122"/>
                    <a:cs typeface="Abadi MT Condensed Light"/>
                  </a:rPr>
                  <a:t>张树勋</a:t>
                </a:r>
                <a:endParaRPr kumimoji="1" lang="en-US" altLang="zh-CN" sz="1800" dirty="0">
                  <a:solidFill>
                    <a:srgbClr val="002060"/>
                  </a:solidFill>
                  <a:latin typeface="思源宋体" panose="02020700000000000000" pitchFamily="18" charset="-122"/>
                  <a:ea typeface="思源宋体" panose="02020700000000000000" pitchFamily="18" charset="-122"/>
                  <a:cs typeface="Abadi MT Condensed Light"/>
                </a:endParaRPr>
              </a:p>
            </p:txBody>
          </p:sp>
        </p:grpSp>
        <p:grpSp>
          <p:nvGrpSpPr>
            <p:cNvPr id="4" name="组合 3"/>
            <p:cNvGrpSpPr/>
            <p:nvPr/>
          </p:nvGrpSpPr>
          <p:grpSpPr>
            <a:xfrm>
              <a:off x="5738856" y="3233512"/>
              <a:ext cx="2798137" cy="507831"/>
              <a:chOff x="5738856" y="3233512"/>
              <a:chExt cx="2798137" cy="507831"/>
            </a:xfrm>
          </p:grpSpPr>
          <p:grpSp>
            <p:nvGrpSpPr>
              <p:cNvPr id="60" name="组合 59">
                <a:extLst>
                  <a:ext uri="{FF2B5EF4-FFF2-40B4-BE49-F238E27FC236}">
                    <a16:creationId xmlns:a16="http://schemas.microsoft.com/office/drawing/2014/main" id="{927E234C-5E64-94EB-8FE3-0BA15F3F6122}"/>
                  </a:ext>
                </a:extLst>
              </p:cNvPr>
              <p:cNvGrpSpPr/>
              <p:nvPr/>
            </p:nvGrpSpPr>
            <p:grpSpPr>
              <a:xfrm>
                <a:off x="5738856" y="3259014"/>
                <a:ext cx="2433900" cy="468000"/>
                <a:chOff x="526087" y="4459423"/>
                <a:chExt cx="2433900" cy="615334"/>
              </a:xfrm>
            </p:grpSpPr>
            <p:sp>
              <p:nvSpPr>
                <p:cNvPr id="62" name="矩形: 对角圆角 61">
                  <a:extLst>
                    <a:ext uri="{FF2B5EF4-FFF2-40B4-BE49-F238E27FC236}">
                      <a16:creationId xmlns:a16="http://schemas.microsoft.com/office/drawing/2014/main" id="{664EE9BC-7C30-BBD4-CB11-58498E28F0E0}"/>
                    </a:ext>
                  </a:extLst>
                </p:cNvPr>
                <p:cNvSpPr/>
                <p:nvPr/>
              </p:nvSpPr>
              <p:spPr>
                <a:xfrm flipH="1">
                  <a:off x="799665" y="4459423"/>
                  <a:ext cx="2160322" cy="615334"/>
                </a:xfrm>
                <a:prstGeom prst="round2DiagRect">
                  <a:avLst>
                    <a:gd name="adj1" fmla="val 38213"/>
                    <a:gd name="adj2" fmla="val 0"/>
                  </a:avLst>
                </a:prstGeom>
                <a:solidFill>
                  <a:schemeClr val="bg2"/>
                </a:solidFill>
                <a:ln w="12700" cap="flat" cmpd="sng" algn="ctr">
                  <a:noFill/>
                  <a:prstDash val="solid"/>
                  <a:miter lim="800000"/>
                </a:ln>
                <a:effectLst>
                  <a:outerShdw blurRad="762000" algn="ctr" rotWithShape="0">
                    <a:srgbClr val="037EF3">
                      <a:alpha val="10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i="0" u="none" strike="noStrike" kern="0" cap="none" spc="0" normalizeH="0" baseline="0" noProof="0" dirty="0">
                    <a:ln>
                      <a:noFill/>
                    </a:ln>
                    <a:effectLst/>
                    <a:uLnTx/>
                    <a:uFillTx/>
                    <a:latin typeface="思源黑体 CN Regular" panose="020B0500000000000000" pitchFamily="34" charset="-122"/>
                    <a:ea typeface="思源黑体 CN Regular" panose="020B0500000000000000" pitchFamily="34" charset="-122"/>
                    <a:sym typeface="Arial"/>
                  </a:endParaRPr>
                </a:p>
              </p:txBody>
            </p:sp>
            <p:sp>
              <p:nvSpPr>
                <p:cNvPr id="63" name="矩形: 圆角 62">
                  <a:extLst>
                    <a:ext uri="{FF2B5EF4-FFF2-40B4-BE49-F238E27FC236}">
                      <a16:creationId xmlns:a16="http://schemas.microsoft.com/office/drawing/2014/main" id="{01CE6EDE-6423-0721-1FCA-28A0E9D5A725}"/>
                    </a:ext>
                  </a:extLst>
                </p:cNvPr>
                <p:cNvSpPr/>
                <p:nvPr/>
              </p:nvSpPr>
              <p:spPr>
                <a:xfrm flipH="1">
                  <a:off x="526087" y="4459423"/>
                  <a:ext cx="931237" cy="615334"/>
                </a:xfrm>
                <a:prstGeom prst="roundRect">
                  <a:avLst>
                    <a:gd name="adj" fmla="val 50000"/>
                  </a:avLst>
                </a:prstGeom>
                <a:solidFill>
                  <a:srgbClr val="017FD5"/>
                </a:solidFill>
                <a:ln w="12700" cap="flat" cmpd="sng" algn="ctr">
                  <a:noFill/>
                  <a:prstDash val="solid"/>
                  <a:miter lim="800000"/>
                </a:ln>
                <a:effectLst>
                  <a:outerShdw blurRad="762000" algn="ctr" rotWithShape="0">
                    <a:srgbClr val="FF8463">
                      <a:alpha val="10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i="0" u="none" strike="noStrike" kern="0" cap="none" spc="0" normalizeH="0" baseline="0" noProof="0" dirty="0">
                      <a:ln>
                        <a:noFill/>
                      </a:ln>
                      <a:solidFill>
                        <a:prstClr val="white"/>
                      </a:solidFill>
                      <a:effectLst/>
                      <a:uLnTx/>
                      <a:uFillTx/>
                      <a:latin typeface="思源宋体" panose="02020700000000000000" pitchFamily="18" charset="-122"/>
                      <a:ea typeface="思源宋体" panose="02020700000000000000" pitchFamily="18" charset="-122"/>
                      <a:sym typeface="Arial"/>
                    </a:rPr>
                    <a:t>日期</a:t>
                  </a:r>
                </a:p>
              </p:txBody>
            </p:sp>
          </p:grpSp>
          <p:sp>
            <p:nvSpPr>
              <p:cNvPr id="12" name="文本框 7"/>
              <p:cNvSpPr txBox="1">
                <a:spLocks noChangeArrowheads="1"/>
              </p:cNvSpPr>
              <p:nvPr/>
            </p:nvSpPr>
            <p:spPr bwMode="auto">
              <a:xfrm>
                <a:off x="6670093" y="3233512"/>
                <a:ext cx="1866900"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pPr>
                <a:r>
                  <a:rPr kumimoji="1" lang="en-US" altLang="zh-CN" sz="1800" b="1" dirty="0" smtClean="0">
                    <a:solidFill>
                      <a:srgbClr val="002060"/>
                    </a:solidFill>
                    <a:latin typeface="思源宋体" panose="02020700000000000000" pitchFamily="18" charset="-122"/>
                    <a:ea typeface="思源宋体" panose="02020700000000000000" pitchFamily="18" charset="-122"/>
                    <a:cs typeface="Abadi MT Condensed Light"/>
                  </a:rPr>
                  <a:t>2025/8/27</a:t>
                </a:r>
                <a:endParaRPr kumimoji="1" lang="en-US" altLang="zh-CN" sz="1800" dirty="0">
                  <a:solidFill>
                    <a:srgbClr val="002060"/>
                  </a:solidFill>
                  <a:latin typeface="思源宋体" panose="02020700000000000000" pitchFamily="18" charset="-122"/>
                  <a:ea typeface="思源宋体" panose="02020700000000000000" pitchFamily="18" charset="-122"/>
                  <a:cs typeface="Abadi MT Condensed Light"/>
                </a:endParaRPr>
              </a:p>
            </p:txBody>
          </p:sp>
        </p:grpSp>
      </p:grpSp>
    </p:spTree>
    <p:extLst>
      <p:ext uri="{BB962C8B-B14F-4D97-AF65-F5344CB8AC3E}">
        <p14:creationId xmlns:p14="http://schemas.microsoft.com/office/powerpoint/2010/main" val="30828075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图示 2"/>
          <p:cNvGraphicFramePr/>
          <p:nvPr>
            <p:extLst>
              <p:ext uri="{D42A27DB-BD31-4B8C-83A1-F6EECF244321}">
                <p14:modId xmlns:p14="http://schemas.microsoft.com/office/powerpoint/2010/main" val="2701079358"/>
              </p:ext>
            </p:extLst>
          </p:nvPr>
        </p:nvGraphicFramePr>
        <p:xfrm>
          <a:off x="592607" y="1129272"/>
          <a:ext cx="6199525" cy="41091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動作按鈕: 下一項 2">
            <a:hlinkClick r:id="rId7" action="ppaction://hlinksldjump" highlightClick="1"/>
          </p:cNvPr>
          <p:cNvSpPr/>
          <p:nvPr/>
        </p:nvSpPr>
        <p:spPr>
          <a:xfrm>
            <a:off x="6003289" y="1418332"/>
            <a:ext cx="339634" cy="276999"/>
          </a:xfrm>
          <a:prstGeom prst="actionButtonForwardNext">
            <a:avLst/>
          </a:prstGeom>
        </p:spPr>
        <p:style>
          <a:lnRef idx="0">
            <a:schemeClr val="accent1"/>
          </a:lnRef>
          <a:fillRef idx="3">
            <a:schemeClr val="accent1"/>
          </a:fillRef>
          <a:effectRef idx="3">
            <a:schemeClr val="accent1"/>
          </a:effectRef>
          <a:fontRef idx="minor">
            <a:schemeClr val="lt1"/>
          </a:fontRef>
        </p:style>
        <p:txBody>
          <a:bodyPr wrap="square" rtlCol="0" anchor="ctr">
            <a:spAutoFit/>
          </a:bodyPr>
          <a:lstStyle/>
          <a:p>
            <a:pPr marL="285750" indent="-285750" algn="ctr">
              <a:buFont typeface="Arial" panose="020B0604020202020204" pitchFamily="34" charset="0"/>
              <a:buChar char="•"/>
            </a:pPr>
            <a:endParaRPr lang="zh-CN" altLang="en-US" sz="1200" dirty="0">
              <a:solidFill>
                <a:prstClr val="black"/>
              </a:solidFill>
              <a:latin typeface="思源宋体" panose="02020700000000000000" pitchFamily="18" charset="-122"/>
              <a:ea typeface="思源宋体" panose="02020700000000000000" pitchFamily="18" charset="-122"/>
            </a:endParaRPr>
          </a:p>
        </p:txBody>
      </p:sp>
      <p:sp>
        <p:nvSpPr>
          <p:cNvPr id="5" name="動作按鈕: 下一項 2">
            <a:hlinkClick r:id="rId8" action="ppaction://hlinksldjump" highlightClick="1"/>
          </p:cNvPr>
          <p:cNvSpPr/>
          <p:nvPr/>
        </p:nvSpPr>
        <p:spPr>
          <a:xfrm>
            <a:off x="6003289" y="2906850"/>
            <a:ext cx="339634" cy="276999"/>
          </a:xfrm>
          <a:prstGeom prst="actionButtonForwardNext">
            <a:avLst/>
          </a:prstGeom>
        </p:spPr>
        <p:style>
          <a:lnRef idx="0">
            <a:schemeClr val="accent1"/>
          </a:lnRef>
          <a:fillRef idx="3">
            <a:schemeClr val="accent1"/>
          </a:fillRef>
          <a:effectRef idx="3">
            <a:schemeClr val="accent1"/>
          </a:effectRef>
          <a:fontRef idx="minor">
            <a:schemeClr val="lt1"/>
          </a:fontRef>
        </p:style>
        <p:txBody>
          <a:bodyPr wrap="square" rtlCol="0" anchor="ctr">
            <a:spAutoFit/>
          </a:bodyPr>
          <a:lstStyle/>
          <a:p>
            <a:pPr marL="285750" indent="-285750" algn="ctr">
              <a:buFont typeface="Arial" panose="020B0604020202020204" pitchFamily="34" charset="0"/>
              <a:buChar char="•"/>
            </a:pPr>
            <a:endParaRPr lang="zh-CN" altLang="en-US" sz="1200" dirty="0">
              <a:solidFill>
                <a:prstClr val="black"/>
              </a:solidFill>
              <a:latin typeface="思源宋体" panose="02020700000000000000" pitchFamily="18" charset="-122"/>
              <a:ea typeface="思源宋体" panose="02020700000000000000" pitchFamily="18" charset="-122"/>
            </a:endParaRPr>
          </a:p>
        </p:txBody>
      </p:sp>
      <p:sp>
        <p:nvSpPr>
          <p:cNvPr id="7" name="動作按鈕: 下一項 2">
            <a:hlinkClick r:id="rId9" action="ppaction://hlinksldjump" highlightClick="1"/>
          </p:cNvPr>
          <p:cNvSpPr/>
          <p:nvPr/>
        </p:nvSpPr>
        <p:spPr>
          <a:xfrm>
            <a:off x="6003289" y="4323046"/>
            <a:ext cx="339634" cy="276999"/>
          </a:xfrm>
          <a:prstGeom prst="actionButtonForwardNext">
            <a:avLst/>
          </a:prstGeom>
        </p:spPr>
        <p:style>
          <a:lnRef idx="0">
            <a:schemeClr val="accent1"/>
          </a:lnRef>
          <a:fillRef idx="3">
            <a:schemeClr val="accent1"/>
          </a:fillRef>
          <a:effectRef idx="3">
            <a:schemeClr val="accent1"/>
          </a:effectRef>
          <a:fontRef idx="minor">
            <a:schemeClr val="lt1"/>
          </a:fontRef>
        </p:style>
        <p:txBody>
          <a:bodyPr wrap="square" rtlCol="0" anchor="ctr">
            <a:spAutoFit/>
          </a:bodyPr>
          <a:lstStyle/>
          <a:p>
            <a:pPr marL="285750" indent="-285750" algn="ctr">
              <a:buFont typeface="Arial" panose="020B0604020202020204" pitchFamily="34" charset="0"/>
              <a:buChar char="•"/>
            </a:pPr>
            <a:endParaRPr lang="zh-CN" altLang="en-US" sz="1200" dirty="0">
              <a:solidFill>
                <a:prstClr val="black"/>
              </a:solidFill>
              <a:latin typeface="思源宋体" panose="02020700000000000000" pitchFamily="18" charset="-122"/>
              <a:ea typeface="思源宋体" panose="02020700000000000000" pitchFamily="18" charset="-122"/>
            </a:endParaRPr>
          </a:p>
        </p:txBody>
      </p:sp>
    </p:spTree>
    <p:extLst>
      <p:ext uri="{BB962C8B-B14F-4D97-AF65-F5344CB8AC3E}">
        <p14:creationId xmlns:p14="http://schemas.microsoft.com/office/powerpoint/2010/main" val="249315785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20">
            <a:extLst>
              <a:ext uri="{FF2B5EF4-FFF2-40B4-BE49-F238E27FC236}">
                <a16:creationId xmlns:a16="http://schemas.microsoft.com/office/drawing/2014/main" id="{94782366-33E8-F14D-3C1E-BD4F2695AEE5}"/>
              </a:ext>
            </a:extLst>
          </p:cNvPr>
          <p:cNvSpPr txBox="1">
            <a:spLocks noChangeArrowheads="1"/>
          </p:cNvSpPr>
          <p:nvPr/>
        </p:nvSpPr>
        <p:spPr bwMode="auto">
          <a:xfrm>
            <a:off x="1657421" y="323816"/>
            <a:ext cx="521720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R="0" lvl="0" indent="0" defTabSz="1219200" fontAlgn="auto">
              <a:lnSpc>
                <a:spcPct val="100000"/>
              </a:lnSpc>
              <a:spcBef>
                <a:spcPct val="0"/>
              </a:spcBef>
              <a:spcAft>
                <a:spcPts val="0"/>
              </a:spcAft>
              <a:buClrTx/>
              <a:buSzTx/>
              <a:buFont typeface="思源宋体 CN Heavy" panose="02020900000000000000" pitchFamily="18" charset="-122"/>
              <a:buNone/>
              <a:tabLst/>
              <a:defRPr kumimoji="0" sz="2800" b="1" i="0" u="none" strike="noStrike" kern="0" cap="none" spc="0" normalizeH="0" baseline="0">
                <a:ln>
                  <a:noFill/>
                </a:ln>
                <a:solidFill>
                  <a:prstClr val="black">
                    <a:lumMod val="75000"/>
                    <a:lumOff val="25000"/>
                  </a:prstClr>
                </a:solidFill>
                <a:effectLst/>
                <a:uLnTx/>
                <a:uFillTx/>
                <a:latin typeface="Arial"/>
                <a:ea typeface="微软雅黑"/>
                <a:cs typeface="思源宋体 CN Heavy" panose="02020900000000000000" pitchFamily="18" charset="-122"/>
              </a:defRPr>
            </a:lvl1pPr>
            <a:lvl2pPr marL="742950" indent="-285750">
              <a:lnSpc>
                <a:spcPct val="90000"/>
              </a:lnSpc>
              <a:spcBef>
                <a:spcPts val="500"/>
              </a:spcBef>
              <a:buFont typeface="Arial" panose="020B0604020202020204" pitchFamily="34" charset="0"/>
              <a:buChar char="•"/>
              <a:defRPr sz="2400">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r>
              <a:rPr lang="zh-CN" altLang="zh-CN" sz="2400" dirty="0">
                <a:latin typeface="思源宋体" panose="02020700000000000000" pitchFamily="18" charset="-122"/>
                <a:ea typeface="思源宋体" panose="02020700000000000000" pitchFamily="18" charset="-122"/>
              </a:rPr>
              <a:t>小铃铛的相关信息的操作、</a:t>
            </a:r>
            <a:r>
              <a:rPr lang="zh-CN" altLang="zh-CN" sz="2400" dirty="0" smtClean="0">
                <a:latin typeface="思源宋体" panose="02020700000000000000" pitchFamily="18" charset="-122"/>
                <a:ea typeface="思源宋体" panose="02020700000000000000" pitchFamily="18" charset="-122"/>
              </a:rPr>
              <a:t>设定</a:t>
            </a:r>
            <a:endParaRPr lang="zh-CN" altLang="en-US" sz="2400" dirty="0">
              <a:solidFill>
                <a:schemeClr val="bg2"/>
              </a:solidFill>
              <a:latin typeface="思源宋体" panose="02020700000000000000" pitchFamily="18" charset="-122"/>
              <a:ea typeface="思源宋体" panose="02020700000000000000" pitchFamily="18" charset="-122"/>
            </a:endParaRPr>
          </a:p>
        </p:txBody>
      </p:sp>
      <p:sp>
        <p:nvSpPr>
          <p:cNvPr id="7" name="文本框 20">
            <a:extLst>
              <a:ext uri="{FF2B5EF4-FFF2-40B4-BE49-F238E27FC236}">
                <a16:creationId xmlns:a16="http://schemas.microsoft.com/office/drawing/2014/main" id="{94782366-33E8-F14D-3C1E-BD4F2695AEE5}"/>
              </a:ext>
            </a:extLst>
          </p:cNvPr>
          <p:cNvSpPr txBox="1">
            <a:spLocks noChangeArrowheads="1"/>
          </p:cNvSpPr>
          <p:nvPr/>
        </p:nvSpPr>
        <p:spPr bwMode="auto">
          <a:xfrm>
            <a:off x="230403" y="708972"/>
            <a:ext cx="5217203"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R="0" lvl="0" indent="0" defTabSz="1219200" fontAlgn="auto">
              <a:lnSpc>
                <a:spcPct val="100000"/>
              </a:lnSpc>
              <a:spcBef>
                <a:spcPct val="0"/>
              </a:spcBef>
              <a:spcAft>
                <a:spcPts val="0"/>
              </a:spcAft>
              <a:buClrTx/>
              <a:buSzTx/>
              <a:buFont typeface="思源宋体 CN Heavy" panose="02020900000000000000" pitchFamily="18" charset="-122"/>
              <a:buNone/>
              <a:tabLst/>
              <a:defRPr kumimoji="0" sz="2800" b="1" i="0" u="none" strike="noStrike" kern="0" cap="none" spc="0" normalizeH="0" baseline="0">
                <a:ln>
                  <a:noFill/>
                </a:ln>
                <a:solidFill>
                  <a:prstClr val="black">
                    <a:lumMod val="75000"/>
                    <a:lumOff val="25000"/>
                  </a:prstClr>
                </a:solidFill>
                <a:effectLst/>
                <a:uLnTx/>
                <a:uFillTx/>
                <a:latin typeface="Arial"/>
                <a:ea typeface="微软雅黑"/>
                <a:cs typeface="思源宋体 CN Heavy" panose="02020900000000000000" pitchFamily="18" charset="-122"/>
              </a:defRPr>
            </a:lvl1pPr>
            <a:lvl2pPr marL="742950" indent="-285750">
              <a:lnSpc>
                <a:spcPct val="90000"/>
              </a:lnSpc>
              <a:spcBef>
                <a:spcPts val="500"/>
              </a:spcBef>
              <a:buFont typeface="Arial" panose="020B0604020202020204" pitchFamily="34" charset="0"/>
              <a:buChar char="•"/>
              <a:defRPr sz="2400">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pPr>
              <a:lnSpc>
                <a:spcPct val="150000"/>
              </a:lnSpc>
            </a:pPr>
            <a:r>
              <a:rPr lang="en-US" altLang="zh-CN" sz="2000" b="0" dirty="0" smtClean="0">
                <a:solidFill>
                  <a:schemeClr val="tx1"/>
                </a:solidFill>
                <a:latin typeface="思源宋体" panose="02020700000000000000" pitchFamily="18" charset="-122"/>
                <a:ea typeface="思源宋体" panose="02020700000000000000" pitchFamily="18" charset="-122"/>
                <a:sym typeface="Arial"/>
              </a:rPr>
              <a:t>1.</a:t>
            </a:r>
            <a:r>
              <a:rPr lang="zh-CN" altLang="en-US" sz="2000" b="0" dirty="0">
                <a:solidFill>
                  <a:schemeClr val="tx1"/>
                </a:solidFill>
                <a:latin typeface="思源宋体" panose="02020700000000000000" pitchFamily="18" charset="-122"/>
                <a:ea typeface="思源宋体" panose="02020700000000000000" pitchFamily="18" charset="-122"/>
                <a:sym typeface="Arial"/>
              </a:rPr>
              <a:t>小</a:t>
            </a:r>
            <a:r>
              <a:rPr lang="zh-CN" altLang="en-US" sz="2000" b="0" dirty="0" smtClean="0">
                <a:solidFill>
                  <a:schemeClr val="tx1"/>
                </a:solidFill>
                <a:latin typeface="思源宋体" panose="02020700000000000000" pitchFamily="18" charset="-122"/>
                <a:ea typeface="思源宋体" panose="02020700000000000000" pitchFamily="18" charset="-122"/>
                <a:sym typeface="Arial"/>
              </a:rPr>
              <a:t>铃铛下载、解压</a:t>
            </a:r>
            <a:endParaRPr lang="en-US" altLang="zh-CN" sz="2000" b="0" dirty="0" smtClean="0">
              <a:solidFill>
                <a:schemeClr val="tx1"/>
              </a:solidFill>
              <a:latin typeface="思源宋体" panose="02020700000000000000" pitchFamily="18" charset="-122"/>
              <a:ea typeface="思源宋体" panose="02020700000000000000" pitchFamily="18" charset="-122"/>
              <a:sym typeface="Arial"/>
            </a:endParaRPr>
          </a:p>
          <a:p>
            <a:pPr>
              <a:lnSpc>
                <a:spcPct val="150000"/>
              </a:lnSpc>
            </a:pPr>
            <a:r>
              <a:rPr lang="zh-CN" altLang="en-US" sz="1400" b="0" dirty="0" smtClean="0">
                <a:solidFill>
                  <a:schemeClr val="tx1"/>
                </a:solidFill>
                <a:latin typeface="思源宋体" panose="02020700000000000000" pitchFamily="18" charset="-122"/>
                <a:ea typeface="思源宋体" panose="02020700000000000000" pitchFamily="18" charset="-122"/>
                <a:sym typeface="Arial"/>
              </a:rPr>
              <a:t>访问</a:t>
            </a:r>
            <a:r>
              <a:rPr lang="en-US" altLang="zh-CN" sz="1400" b="0" dirty="0" smtClean="0">
                <a:solidFill>
                  <a:schemeClr val="tx1"/>
                </a:solidFill>
                <a:latin typeface="思源宋体" panose="02020700000000000000" pitchFamily="18" charset="-122"/>
                <a:ea typeface="思源宋体" panose="02020700000000000000" pitchFamily="18" charset="-122"/>
                <a:sym typeface="Arial"/>
              </a:rPr>
              <a:t>A12MFG</a:t>
            </a:r>
            <a:r>
              <a:rPr lang="zh-CN" altLang="en-US" sz="1400" b="0" dirty="0" smtClean="0">
                <a:solidFill>
                  <a:schemeClr val="tx1"/>
                </a:solidFill>
                <a:latin typeface="思源宋体" panose="02020700000000000000" pitchFamily="18" charset="-122"/>
                <a:ea typeface="思源宋体" panose="02020700000000000000" pitchFamily="18" charset="-122"/>
                <a:sym typeface="Arial"/>
              </a:rPr>
              <a:t>报表首页：</a:t>
            </a:r>
            <a:r>
              <a:rPr lang="en-US" altLang="zh-CN" sz="1400" dirty="0" smtClean="0">
                <a:latin typeface="思源宋体" panose="02020700000000000000" pitchFamily="18" charset="-122"/>
                <a:ea typeface="思源宋体" panose="02020700000000000000" pitchFamily="18" charset="-122"/>
                <a:hlinkClick r:id="rId2"/>
              </a:rPr>
              <a:t>A12MFG Reporting</a:t>
            </a:r>
            <a:endParaRPr lang="en-US" altLang="zh-CN" sz="1400" dirty="0" smtClean="0">
              <a:latin typeface="思源宋体" panose="02020700000000000000" pitchFamily="18" charset="-122"/>
              <a:ea typeface="思源宋体" panose="02020700000000000000" pitchFamily="18" charset="-122"/>
            </a:endParaRPr>
          </a:p>
          <a:p>
            <a:pPr>
              <a:lnSpc>
                <a:spcPct val="150000"/>
              </a:lnSpc>
            </a:pPr>
            <a:endParaRPr lang="zh-CN" altLang="en-US" sz="1400" b="0" dirty="0">
              <a:solidFill>
                <a:schemeClr val="tx1"/>
              </a:solidFill>
              <a:latin typeface="思源宋体" panose="02020700000000000000" pitchFamily="18" charset="-122"/>
              <a:ea typeface="思源宋体" panose="02020700000000000000" pitchFamily="18" charset="-122"/>
              <a:sym typeface="Arial"/>
            </a:endParaRPr>
          </a:p>
        </p:txBody>
      </p:sp>
      <p:sp>
        <p:nvSpPr>
          <p:cNvPr id="14" name="文本框 20">
            <a:extLst>
              <a:ext uri="{FF2B5EF4-FFF2-40B4-BE49-F238E27FC236}">
                <a16:creationId xmlns:a16="http://schemas.microsoft.com/office/drawing/2014/main" id="{94782366-33E8-F14D-3C1E-BD4F2695AEE5}"/>
              </a:ext>
            </a:extLst>
          </p:cNvPr>
          <p:cNvSpPr txBox="1">
            <a:spLocks noChangeArrowheads="1"/>
          </p:cNvSpPr>
          <p:nvPr/>
        </p:nvSpPr>
        <p:spPr bwMode="auto">
          <a:xfrm>
            <a:off x="622352" y="329938"/>
            <a:ext cx="67443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R="0" lvl="0" indent="0" defTabSz="1219200" fontAlgn="auto">
              <a:lnSpc>
                <a:spcPct val="100000"/>
              </a:lnSpc>
              <a:spcBef>
                <a:spcPct val="0"/>
              </a:spcBef>
              <a:spcAft>
                <a:spcPts val="0"/>
              </a:spcAft>
              <a:buClrTx/>
              <a:buSzTx/>
              <a:buFont typeface="思源宋体 CN Heavy" panose="02020900000000000000" pitchFamily="18" charset="-122"/>
              <a:buNone/>
              <a:tabLst/>
              <a:defRPr kumimoji="0" sz="2800" b="1" i="0" u="none" strike="noStrike" kern="0" cap="none" spc="0" normalizeH="0" baseline="0">
                <a:ln>
                  <a:noFill/>
                </a:ln>
                <a:solidFill>
                  <a:prstClr val="black">
                    <a:lumMod val="75000"/>
                    <a:lumOff val="25000"/>
                  </a:prstClr>
                </a:solidFill>
                <a:effectLst/>
                <a:uLnTx/>
                <a:uFillTx/>
                <a:latin typeface="Arial"/>
                <a:ea typeface="微软雅黑"/>
                <a:cs typeface="思源宋体 CN Heavy" panose="02020900000000000000" pitchFamily="18" charset="-122"/>
              </a:defRPr>
            </a:lvl1pPr>
            <a:lvl2pPr marL="742950" indent="-285750">
              <a:lnSpc>
                <a:spcPct val="90000"/>
              </a:lnSpc>
              <a:spcBef>
                <a:spcPts val="500"/>
              </a:spcBef>
              <a:buFont typeface="Arial" panose="020B0604020202020204" pitchFamily="34" charset="0"/>
              <a:buChar char="•"/>
              <a:defRPr sz="2400">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pPr algn="ctr"/>
            <a:r>
              <a:rPr lang="en-US" altLang="zh-CN" sz="2400" dirty="0" smtClean="0">
                <a:solidFill>
                  <a:schemeClr val="bg1"/>
                </a:solidFill>
                <a:latin typeface="思源黑体" panose="020B0800000000000000" pitchFamily="34" charset="-122"/>
                <a:ea typeface="思源黑体" panose="020B0800000000000000" pitchFamily="34" charset="-122"/>
                <a:sym typeface="Arial"/>
              </a:rPr>
              <a:t>01</a:t>
            </a:r>
            <a:endParaRPr lang="zh-CN" altLang="en-US" sz="2400" dirty="0">
              <a:solidFill>
                <a:schemeClr val="bg1"/>
              </a:solidFill>
              <a:latin typeface="思源黑体" panose="020B0800000000000000" pitchFamily="34" charset="-122"/>
              <a:ea typeface="思源黑体" panose="020B0800000000000000" pitchFamily="34" charset="-122"/>
              <a:sym typeface="Arial"/>
            </a:endParaRPr>
          </a:p>
        </p:txBody>
      </p:sp>
      <p:pic>
        <p:nvPicPr>
          <p:cNvPr id="2" name="图片 1"/>
          <p:cNvPicPr>
            <a:picLocks noChangeAspect="1"/>
          </p:cNvPicPr>
          <p:nvPr/>
        </p:nvPicPr>
        <p:blipFill>
          <a:blip r:embed="rId3"/>
          <a:stretch>
            <a:fillRect/>
          </a:stretch>
        </p:blipFill>
        <p:spPr>
          <a:xfrm>
            <a:off x="332509" y="1542669"/>
            <a:ext cx="11332442" cy="4801623"/>
          </a:xfrm>
          <a:prstGeom prst="rect">
            <a:avLst/>
          </a:prstGeom>
        </p:spPr>
      </p:pic>
      <p:sp>
        <p:nvSpPr>
          <p:cNvPr id="16" name="圆角矩形 15"/>
          <p:cNvSpPr/>
          <p:nvPr/>
        </p:nvSpPr>
        <p:spPr>
          <a:xfrm>
            <a:off x="7205578" y="2890669"/>
            <a:ext cx="1628598" cy="611761"/>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dirty="0" smtClean="0">
                <a:latin typeface="思源宋体" panose="02020700000000000000" pitchFamily="18" charset="-122"/>
                <a:ea typeface="思源宋体" panose="02020700000000000000" pitchFamily="18" charset="-122"/>
              </a:rPr>
              <a:t>1</a:t>
            </a:r>
            <a:r>
              <a:rPr lang="zh-CN" altLang="en-US" dirty="0" smtClean="0">
                <a:latin typeface="思源宋体" panose="02020700000000000000" pitchFamily="18" charset="-122"/>
                <a:ea typeface="思源宋体" panose="02020700000000000000" pitchFamily="18" charset="-122"/>
              </a:rPr>
              <a:t>、点击链接</a:t>
            </a:r>
            <a:endParaRPr lang="en-US" altLang="zh-CN" dirty="0" smtClean="0">
              <a:latin typeface="思源宋体" panose="02020700000000000000" pitchFamily="18" charset="-122"/>
              <a:ea typeface="思源宋体" panose="02020700000000000000" pitchFamily="18" charset="-122"/>
            </a:endParaRPr>
          </a:p>
          <a:p>
            <a:pPr algn="ctr"/>
            <a:r>
              <a:rPr lang="zh-CN" altLang="en-US" dirty="0" smtClean="0">
                <a:latin typeface="思源宋体" panose="02020700000000000000" pitchFamily="18" charset="-122"/>
                <a:ea typeface="思源宋体" panose="02020700000000000000" pitchFamily="18" charset="-122"/>
              </a:rPr>
              <a:t>下载软件</a:t>
            </a:r>
            <a:endParaRPr lang="zh-CN" altLang="en-US" dirty="0">
              <a:latin typeface="思源宋体" panose="02020700000000000000" pitchFamily="18" charset="-122"/>
              <a:ea typeface="思源宋体" panose="02020700000000000000" pitchFamily="18" charset="-122"/>
            </a:endParaRPr>
          </a:p>
        </p:txBody>
      </p:sp>
      <p:sp>
        <p:nvSpPr>
          <p:cNvPr id="17" name="圆角矩形 16"/>
          <p:cNvSpPr/>
          <p:nvPr/>
        </p:nvSpPr>
        <p:spPr>
          <a:xfrm>
            <a:off x="9652290" y="2018443"/>
            <a:ext cx="1628598" cy="872226"/>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dirty="0">
                <a:latin typeface="思源宋体" panose="02020700000000000000" pitchFamily="18" charset="-122"/>
                <a:ea typeface="思源宋体" panose="02020700000000000000" pitchFamily="18" charset="-122"/>
              </a:rPr>
              <a:t>2</a:t>
            </a:r>
            <a:r>
              <a:rPr lang="zh-CN" altLang="en-US" dirty="0" smtClean="0">
                <a:latin typeface="思源宋体" panose="02020700000000000000" pitchFamily="18" charset="-122"/>
                <a:ea typeface="思源宋体" panose="02020700000000000000" pitchFamily="18" charset="-122"/>
              </a:rPr>
              <a:t>、点击打开下载文件所在文件夹</a:t>
            </a:r>
            <a:endParaRPr lang="en-US" altLang="zh-CN" dirty="0" smtClean="0">
              <a:latin typeface="思源宋体" panose="02020700000000000000" pitchFamily="18" charset="-122"/>
              <a:ea typeface="思源宋体" panose="02020700000000000000" pitchFamily="18" charset="-122"/>
            </a:endParaRPr>
          </a:p>
        </p:txBody>
      </p:sp>
    </p:spTree>
    <p:extLst>
      <p:ext uri="{BB962C8B-B14F-4D97-AF65-F5344CB8AC3E}">
        <p14:creationId xmlns:p14="http://schemas.microsoft.com/office/powerpoint/2010/main" val="23771064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20">
            <a:extLst>
              <a:ext uri="{FF2B5EF4-FFF2-40B4-BE49-F238E27FC236}">
                <a16:creationId xmlns:a16="http://schemas.microsoft.com/office/drawing/2014/main" id="{94782366-33E8-F14D-3C1E-BD4F2695AEE5}"/>
              </a:ext>
            </a:extLst>
          </p:cNvPr>
          <p:cNvSpPr txBox="1">
            <a:spLocks noChangeArrowheads="1"/>
          </p:cNvSpPr>
          <p:nvPr/>
        </p:nvSpPr>
        <p:spPr bwMode="auto">
          <a:xfrm>
            <a:off x="1657421" y="323816"/>
            <a:ext cx="521720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R="0" lvl="0" indent="0" defTabSz="1219200" fontAlgn="auto">
              <a:lnSpc>
                <a:spcPct val="100000"/>
              </a:lnSpc>
              <a:spcBef>
                <a:spcPct val="0"/>
              </a:spcBef>
              <a:spcAft>
                <a:spcPts val="0"/>
              </a:spcAft>
              <a:buClrTx/>
              <a:buSzTx/>
              <a:buFont typeface="思源宋体 CN Heavy" panose="02020900000000000000" pitchFamily="18" charset="-122"/>
              <a:buNone/>
              <a:tabLst/>
              <a:defRPr kumimoji="0" sz="2800" b="1" i="0" u="none" strike="noStrike" kern="0" cap="none" spc="0" normalizeH="0" baseline="0">
                <a:ln>
                  <a:noFill/>
                </a:ln>
                <a:solidFill>
                  <a:prstClr val="black">
                    <a:lumMod val="75000"/>
                    <a:lumOff val="25000"/>
                  </a:prstClr>
                </a:solidFill>
                <a:effectLst/>
                <a:uLnTx/>
                <a:uFillTx/>
                <a:latin typeface="Arial"/>
                <a:ea typeface="微软雅黑"/>
                <a:cs typeface="思源宋体 CN Heavy" panose="02020900000000000000" pitchFamily="18" charset="-122"/>
              </a:defRPr>
            </a:lvl1pPr>
            <a:lvl2pPr marL="742950" indent="-285750">
              <a:lnSpc>
                <a:spcPct val="90000"/>
              </a:lnSpc>
              <a:spcBef>
                <a:spcPts val="500"/>
              </a:spcBef>
              <a:buFont typeface="Arial" panose="020B0604020202020204" pitchFamily="34" charset="0"/>
              <a:buChar char="•"/>
              <a:defRPr sz="2400">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r>
              <a:rPr lang="zh-CN" altLang="zh-CN" sz="2400" dirty="0">
                <a:latin typeface="思源宋体" panose="02020700000000000000" pitchFamily="18" charset="-122"/>
                <a:ea typeface="思源宋体" panose="02020700000000000000" pitchFamily="18" charset="-122"/>
              </a:rPr>
              <a:t>小铃铛的相关信息的操作、</a:t>
            </a:r>
            <a:r>
              <a:rPr lang="zh-CN" altLang="zh-CN" sz="2400" dirty="0" smtClean="0">
                <a:latin typeface="思源宋体" panose="02020700000000000000" pitchFamily="18" charset="-122"/>
                <a:ea typeface="思源宋体" panose="02020700000000000000" pitchFamily="18" charset="-122"/>
              </a:rPr>
              <a:t>设定</a:t>
            </a:r>
            <a:endParaRPr lang="zh-CN" altLang="en-US" sz="2400" dirty="0">
              <a:solidFill>
                <a:schemeClr val="bg2"/>
              </a:solidFill>
              <a:latin typeface="思源宋体" panose="02020700000000000000" pitchFamily="18" charset="-122"/>
              <a:ea typeface="思源宋体" panose="02020700000000000000" pitchFamily="18" charset="-122"/>
            </a:endParaRPr>
          </a:p>
        </p:txBody>
      </p:sp>
      <p:sp>
        <p:nvSpPr>
          <p:cNvPr id="14" name="文本框 20">
            <a:extLst>
              <a:ext uri="{FF2B5EF4-FFF2-40B4-BE49-F238E27FC236}">
                <a16:creationId xmlns:a16="http://schemas.microsoft.com/office/drawing/2014/main" id="{94782366-33E8-F14D-3C1E-BD4F2695AEE5}"/>
              </a:ext>
            </a:extLst>
          </p:cNvPr>
          <p:cNvSpPr txBox="1">
            <a:spLocks noChangeArrowheads="1"/>
          </p:cNvSpPr>
          <p:nvPr/>
        </p:nvSpPr>
        <p:spPr bwMode="auto">
          <a:xfrm>
            <a:off x="622352" y="329938"/>
            <a:ext cx="67443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R="0" lvl="0" indent="0" defTabSz="1219200" fontAlgn="auto">
              <a:lnSpc>
                <a:spcPct val="100000"/>
              </a:lnSpc>
              <a:spcBef>
                <a:spcPct val="0"/>
              </a:spcBef>
              <a:spcAft>
                <a:spcPts val="0"/>
              </a:spcAft>
              <a:buClrTx/>
              <a:buSzTx/>
              <a:buFont typeface="思源宋体 CN Heavy" panose="02020900000000000000" pitchFamily="18" charset="-122"/>
              <a:buNone/>
              <a:tabLst/>
              <a:defRPr kumimoji="0" sz="2800" b="1" i="0" u="none" strike="noStrike" kern="0" cap="none" spc="0" normalizeH="0" baseline="0">
                <a:ln>
                  <a:noFill/>
                </a:ln>
                <a:solidFill>
                  <a:prstClr val="black">
                    <a:lumMod val="75000"/>
                    <a:lumOff val="25000"/>
                  </a:prstClr>
                </a:solidFill>
                <a:effectLst/>
                <a:uLnTx/>
                <a:uFillTx/>
                <a:latin typeface="Arial"/>
                <a:ea typeface="微软雅黑"/>
                <a:cs typeface="思源宋体 CN Heavy" panose="02020900000000000000" pitchFamily="18" charset="-122"/>
              </a:defRPr>
            </a:lvl1pPr>
            <a:lvl2pPr marL="742950" indent="-285750">
              <a:lnSpc>
                <a:spcPct val="90000"/>
              </a:lnSpc>
              <a:spcBef>
                <a:spcPts val="500"/>
              </a:spcBef>
              <a:buFont typeface="Arial" panose="020B0604020202020204" pitchFamily="34" charset="0"/>
              <a:buChar char="•"/>
              <a:defRPr sz="2400">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pPr algn="ctr"/>
            <a:r>
              <a:rPr lang="en-US" altLang="zh-CN" sz="2400" dirty="0" smtClean="0">
                <a:solidFill>
                  <a:schemeClr val="bg1"/>
                </a:solidFill>
                <a:latin typeface="思源黑体" panose="020B0800000000000000" pitchFamily="34" charset="-122"/>
                <a:ea typeface="思源黑体" panose="020B0800000000000000" pitchFamily="34" charset="-122"/>
                <a:sym typeface="Arial"/>
              </a:rPr>
              <a:t>02</a:t>
            </a:r>
            <a:endParaRPr lang="zh-CN" altLang="en-US" sz="2400" dirty="0">
              <a:solidFill>
                <a:schemeClr val="bg1"/>
              </a:solidFill>
              <a:latin typeface="思源黑体" panose="020B0800000000000000" pitchFamily="34" charset="-122"/>
              <a:ea typeface="思源黑体" panose="020B0800000000000000" pitchFamily="34" charset="-122"/>
              <a:sym typeface="Arial"/>
            </a:endParaRPr>
          </a:p>
        </p:txBody>
      </p:sp>
      <p:pic>
        <p:nvPicPr>
          <p:cNvPr id="3" name="图片 2"/>
          <p:cNvPicPr>
            <a:picLocks noChangeAspect="1"/>
          </p:cNvPicPr>
          <p:nvPr/>
        </p:nvPicPr>
        <p:blipFill>
          <a:blip r:embed="rId2"/>
          <a:stretch>
            <a:fillRect/>
          </a:stretch>
        </p:blipFill>
        <p:spPr>
          <a:xfrm>
            <a:off x="717847" y="809922"/>
            <a:ext cx="10020968" cy="5742119"/>
          </a:xfrm>
          <a:prstGeom prst="rect">
            <a:avLst/>
          </a:prstGeom>
        </p:spPr>
      </p:pic>
      <p:sp>
        <p:nvSpPr>
          <p:cNvPr id="10" name="圆角矩形 9"/>
          <p:cNvSpPr/>
          <p:nvPr/>
        </p:nvSpPr>
        <p:spPr>
          <a:xfrm>
            <a:off x="8302857" y="3566160"/>
            <a:ext cx="2435957" cy="931025"/>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dirty="0">
                <a:latin typeface="思源宋体" panose="02020700000000000000" pitchFamily="18" charset="-122"/>
                <a:ea typeface="思源宋体" panose="02020700000000000000" pitchFamily="18" charset="-122"/>
              </a:rPr>
              <a:t>3</a:t>
            </a:r>
            <a:r>
              <a:rPr lang="zh-CN" altLang="en-US" dirty="0" smtClean="0">
                <a:latin typeface="思源宋体" panose="02020700000000000000" pitchFamily="18" charset="-122"/>
                <a:ea typeface="思源宋体" panose="02020700000000000000" pitchFamily="18" charset="-122"/>
              </a:rPr>
              <a:t>、剪切到本地电脑</a:t>
            </a:r>
            <a:r>
              <a:rPr lang="en-US" altLang="zh-CN" dirty="0" smtClean="0">
                <a:latin typeface="思源宋体" panose="02020700000000000000" pitchFamily="18" charset="-122"/>
                <a:ea typeface="思源宋体" panose="02020700000000000000" pitchFamily="18" charset="-122"/>
              </a:rPr>
              <a:t>D</a:t>
            </a:r>
            <a:r>
              <a:rPr lang="zh-CN" altLang="en-US" dirty="0" smtClean="0">
                <a:latin typeface="思源宋体" panose="02020700000000000000" pitchFamily="18" charset="-122"/>
                <a:ea typeface="思源宋体" panose="02020700000000000000" pitchFamily="18" charset="-122"/>
              </a:rPr>
              <a:t>盘，解压选择提取到当前位置</a:t>
            </a:r>
            <a:endParaRPr lang="en-US" altLang="zh-CN" dirty="0" smtClean="0">
              <a:latin typeface="思源宋体" panose="02020700000000000000" pitchFamily="18" charset="-122"/>
              <a:ea typeface="思源宋体" panose="02020700000000000000" pitchFamily="18" charset="-122"/>
            </a:endParaRPr>
          </a:p>
        </p:txBody>
      </p:sp>
    </p:spTree>
    <p:extLst>
      <p:ext uri="{BB962C8B-B14F-4D97-AF65-F5344CB8AC3E}">
        <p14:creationId xmlns:p14="http://schemas.microsoft.com/office/powerpoint/2010/main" val="12225663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20">
            <a:extLst>
              <a:ext uri="{FF2B5EF4-FFF2-40B4-BE49-F238E27FC236}">
                <a16:creationId xmlns:a16="http://schemas.microsoft.com/office/drawing/2014/main" id="{94782366-33E8-F14D-3C1E-BD4F2695AEE5}"/>
              </a:ext>
            </a:extLst>
          </p:cNvPr>
          <p:cNvSpPr txBox="1">
            <a:spLocks noChangeArrowheads="1"/>
          </p:cNvSpPr>
          <p:nvPr/>
        </p:nvSpPr>
        <p:spPr bwMode="auto">
          <a:xfrm>
            <a:off x="230403" y="708972"/>
            <a:ext cx="5217203" cy="499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R="0" lvl="0" indent="0" defTabSz="1219200" fontAlgn="auto">
              <a:lnSpc>
                <a:spcPct val="100000"/>
              </a:lnSpc>
              <a:spcBef>
                <a:spcPct val="0"/>
              </a:spcBef>
              <a:spcAft>
                <a:spcPts val="0"/>
              </a:spcAft>
              <a:buClrTx/>
              <a:buSzTx/>
              <a:buFont typeface="思源宋体 CN Heavy" panose="02020900000000000000" pitchFamily="18" charset="-122"/>
              <a:buNone/>
              <a:tabLst/>
              <a:defRPr kumimoji="0" sz="2800" b="1" i="0" u="none" strike="noStrike" kern="0" cap="none" spc="0" normalizeH="0" baseline="0">
                <a:ln>
                  <a:noFill/>
                </a:ln>
                <a:solidFill>
                  <a:prstClr val="black">
                    <a:lumMod val="75000"/>
                    <a:lumOff val="25000"/>
                  </a:prstClr>
                </a:solidFill>
                <a:effectLst/>
                <a:uLnTx/>
                <a:uFillTx/>
                <a:latin typeface="Arial"/>
                <a:ea typeface="微软雅黑"/>
                <a:cs typeface="思源宋体 CN Heavy" panose="02020900000000000000" pitchFamily="18" charset="-122"/>
              </a:defRPr>
            </a:lvl1pPr>
            <a:lvl2pPr marL="742950" indent="-285750">
              <a:lnSpc>
                <a:spcPct val="90000"/>
              </a:lnSpc>
              <a:spcBef>
                <a:spcPts val="500"/>
              </a:spcBef>
              <a:buFont typeface="Arial" panose="020B0604020202020204" pitchFamily="34" charset="0"/>
              <a:buChar char="•"/>
              <a:defRPr sz="2400">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pPr>
              <a:lnSpc>
                <a:spcPct val="150000"/>
              </a:lnSpc>
            </a:pPr>
            <a:r>
              <a:rPr lang="en-US" altLang="zh-CN" sz="2000" b="0" dirty="0" smtClean="0">
                <a:solidFill>
                  <a:schemeClr val="tx1"/>
                </a:solidFill>
                <a:latin typeface="思源宋体" panose="02020700000000000000" pitchFamily="18" charset="-122"/>
                <a:ea typeface="思源宋体" panose="02020700000000000000" pitchFamily="18" charset="-122"/>
                <a:sym typeface="Arial"/>
              </a:rPr>
              <a:t>2.</a:t>
            </a:r>
            <a:r>
              <a:rPr lang="zh-CN" altLang="en-US" sz="2000" b="0" dirty="0">
                <a:solidFill>
                  <a:schemeClr val="tx1"/>
                </a:solidFill>
                <a:latin typeface="思源宋体" panose="02020700000000000000" pitchFamily="18" charset="-122"/>
                <a:ea typeface="思源宋体" panose="02020700000000000000" pitchFamily="18" charset="-122"/>
                <a:sym typeface="Arial"/>
              </a:rPr>
              <a:t>使用</a:t>
            </a:r>
            <a:endParaRPr lang="en-US" altLang="zh-CN" sz="2000" b="0" dirty="0" smtClean="0">
              <a:solidFill>
                <a:schemeClr val="tx1"/>
              </a:solidFill>
              <a:latin typeface="思源宋体" panose="02020700000000000000" pitchFamily="18" charset="-122"/>
              <a:ea typeface="思源宋体" panose="02020700000000000000" pitchFamily="18" charset="-122"/>
              <a:sym typeface="Arial"/>
            </a:endParaRPr>
          </a:p>
        </p:txBody>
      </p:sp>
      <p:sp>
        <p:nvSpPr>
          <p:cNvPr id="17" name="文本框 20">
            <a:extLst>
              <a:ext uri="{FF2B5EF4-FFF2-40B4-BE49-F238E27FC236}">
                <a16:creationId xmlns:a16="http://schemas.microsoft.com/office/drawing/2014/main" id="{94782366-33E8-F14D-3C1E-BD4F2695AEE5}"/>
              </a:ext>
            </a:extLst>
          </p:cNvPr>
          <p:cNvSpPr txBox="1">
            <a:spLocks noChangeArrowheads="1"/>
          </p:cNvSpPr>
          <p:nvPr/>
        </p:nvSpPr>
        <p:spPr bwMode="auto">
          <a:xfrm>
            <a:off x="622352" y="329938"/>
            <a:ext cx="67443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R="0" lvl="0" indent="0" defTabSz="1219200" fontAlgn="auto">
              <a:lnSpc>
                <a:spcPct val="100000"/>
              </a:lnSpc>
              <a:spcBef>
                <a:spcPct val="0"/>
              </a:spcBef>
              <a:spcAft>
                <a:spcPts val="0"/>
              </a:spcAft>
              <a:buClrTx/>
              <a:buSzTx/>
              <a:buFont typeface="思源宋体 CN Heavy" panose="02020900000000000000" pitchFamily="18" charset="-122"/>
              <a:buNone/>
              <a:tabLst/>
              <a:defRPr kumimoji="0" sz="2800" b="1" i="0" u="none" strike="noStrike" kern="0" cap="none" spc="0" normalizeH="0" baseline="0">
                <a:ln>
                  <a:noFill/>
                </a:ln>
                <a:solidFill>
                  <a:prstClr val="black">
                    <a:lumMod val="75000"/>
                    <a:lumOff val="25000"/>
                  </a:prstClr>
                </a:solidFill>
                <a:effectLst/>
                <a:uLnTx/>
                <a:uFillTx/>
                <a:latin typeface="Arial"/>
                <a:ea typeface="微软雅黑"/>
                <a:cs typeface="思源宋体 CN Heavy" panose="02020900000000000000" pitchFamily="18" charset="-122"/>
              </a:defRPr>
            </a:lvl1pPr>
            <a:lvl2pPr marL="742950" indent="-285750">
              <a:lnSpc>
                <a:spcPct val="90000"/>
              </a:lnSpc>
              <a:spcBef>
                <a:spcPts val="500"/>
              </a:spcBef>
              <a:buFont typeface="Arial" panose="020B0604020202020204" pitchFamily="34" charset="0"/>
              <a:buChar char="•"/>
              <a:defRPr sz="2400">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pPr algn="ctr"/>
            <a:r>
              <a:rPr lang="en-US" altLang="zh-CN" sz="2400" dirty="0" smtClean="0">
                <a:solidFill>
                  <a:schemeClr val="bg1"/>
                </a:solidFill>
                <a:latin typeface="思源宋体" panose="02020700000000000000" pitchFamily="18" charset="-122"/>
                <a:ea typeface="思源宋体" panose="02020700000000000000" pitchFamily="18" charset="-122"/>
                <a:sym typeface="Arial"/>
              </a:rPr>
              <a:t>03</a:t>
            </a:r>
            <a:endParaRPr lang="zh-CN" altLang="en-US" sz="2400" dirty="0">
              <a:solidFill>
                <a:schemeClr val="bg1"/>
              </a:solidFill>
              <a:latin typeface="思源宋体" panose="02020700000000000000" pitchFamily="18" charset="-122"/>
              <a:ea typeface="思源宋体" panose="02020700000000000000" pitchFamily="18" charset="-122"/>
              <a:sym typeface="Arial"/>
            </a:endParaRPr>
          </a:p>
        </p:txBody>
      </p:sp>
      <p:pic>
        <p:nvPicPr>
          <p:cNvPr id="7" name="图片 6"/>
          <p:cNvPicPr>
            <a:picLocks noChangeAspect="1"/>
          </p:cNvPicPr>
          <p:nvPr/>
        </p:nvPicPr>
        <p:blipFill>
          <a:blip r:embed="rId2"/>
          <a:stretch>
            <a:fillRect/>
          </a:stretch>
        </p:blipFill>
        <p:spPr>
          <a:xfrm>
            <a:off x="1770610" y="1073919"/>
            <a:ext cx="9767456" cy="5281191"/>
          </a:xfrm>
          <a:prstGeom prst="rect">
            <a:avLst/>
          </a:prstGeom>
        </p:spPr>
      </p:pic>
      <p:sp>
        <p:nvSpPr>
          <p:cNvPr id="8" name="圆角矩形 7"/>
          <p:cNvSpPr/>
          <p:nvPr/>
        </p:nvSpPr>
        <p:spPr>
          <a:xfrm>
            <a:off x="7498077" y="3355453"/>
            <a:ext cx="4297683" cy="568154"/>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altLang="zh-CN" dirty="0" smtClean="0">
                <a:latin typeface="思源宋体" panose="02020700000000000000" pitchFamily="18" charset="-122"/>
                <a:ea typeface="思源宋体" panose="02020700000000000000" pitchFamily="18" charset="-122"/>
              </a:rPr>
              <a:t>1</a:t>
            </a:r>
            <a:r>
              <a:rPr lang="zh-CN" altLang="en-US" dirty="0" smtClean="0">
                <a:latin typeface="思源宋体" panose="02020700000000000000" pitchFamily="18" charset="-122"/>
                <a:ea typeface="思源宋体" panose="02020700000000000000" pitchFamily="18" charset="-122"/>
              </a:rPr>
              <a:t>、选择</a:t>
            </a:r>
            <a:r>
              <a:rPr lang="en-US" altLang="zh-CN" dirty="0" err="1" smtClean="0">
                <a:latin typeface="思源宋体" panose="02020700000000000000" pitchFamily="18" charset="-122"/>
                <a:ea typeface="思源宋体" panose="02020700000000000000" pitchFamily="18" charset="-122"/>
              </a:rPr>
              <a:t>PWClient</a:t>
            </a:r>
            <a:r>
              <a:rPr lang="zh-CN" altLang="en-US" dirty="0" smtClean="0">
                <a:latin typeface="思源宋体" panose="02020700000000000000" pitchFamily="18" charset="-122"/>
                <a:ea typeface="思源宋体" panose="02020700000000000000" pitchFamily="18" charset="-122"/>
              </a:rPr>
              <a:t>右击创建桌面快捷方式</a:t>
            </a:r>
            <a:endParaRPr lang="zh-CN" altLang="en-US" dirty="0">
              <a:latin typeface="思源宋体" panose="02020700000000000000" pitchFamily="18" charset="-122"/>
              <a:ea typeface="思源宋体" panose="02020700000000000000" pitchFamily="18" charset="-122"/>
            </a:endParaRPr>
          </a:p>
        </p:txBody>
      </p:sp>
      <p:sp>
        <p:nvSpPr>
          <p:cNvPr id="9" name="文本框 20">
            <a:extLst>
              <a:ext uri="{FF2B5EF4-FFF2-40B4-BE49-F238E27FC236}">
                <a16:creationId xmlns:a16="http://schemas.microsoft.com/office/drawing/2014/main" id="{94782366-33E8-F14D-3C1E-BD4F2695AEE5}"/>
              </a:ext>
            </a:extLst>
          </p:cNvPr>
          <p:cNvSpPr txBox="1">
            <a:spLocks noChangeArrowheads="1"/>
          </p:cNvSpPr>
          <p:nvPr/>
        </p:nvSpPr>
        <p:spPr bwMode="auto">
          <a:xfrm>
            <a:off x="1657421" y="323816"/>
            <a:ext cx="521720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R="0" lvl="0" indent="0" defTabSz="1219200" fontAlgn="auto">
              <a:lnSpc>
                <a:spcPct val="100000"/>
              </a:lnSpc>
              <a:spcBef>
                <a:spcPct val="0"/>
              </a:spcBef>
              <a:spcAft>
                <a:spcPts val="0"/>
              </a:spcAft>
              <a:buClrTx/>
              <a:buSzTx/>
              <a:buFont typeface="思源宋体 CN Heavy" panose="02020900000000000000" pitchFamily="18" charset="-122"/>
              <a:buNone/>
              <a:tabLst/>
              <a:defRPr kumimoji="0" sz="2800" b="1" i="0" u="none" strike="noStrike" kern="0" cap="none" spc="0" normalizeH="0" baseline="0">
                <a:ln>
                  <a:noFill/>
                </a:ln>
                <a:solidFill>
                  <a:prstClr val="black">
                    <a:lumMod val="75000"/>
                    <a:lumOff val="25000"/>
                  </a:prstClr>
                </a:solidFill>
                <a:effectLst/>
                <a:uLnTx/>
                <a:uFillTx/>
                <a:latin typeface="Arial"/>
                <a:ea typeface="微软雅黑"/>
                <a:cs typeface="思源宋体 CN Heavy" panose="02020900000000000000" pitchFamily="18" charset="-122"/>
              </a:defRPr>
            </a:lvl1pPr>
            <a:lvl2pPr marL="742950" indent="-285750">
              <a:lnSpc>
                <a:spcPct val="90000"/>
              </a:lnSpc>
              <a:spcBef>
                <a:spcPts val="500"/>
              </a:spcBef>
              <a:buFont typeface="Arial" panose="020B0604020202020204" pitchFamily="34" charset="0"/>
              <a:buChar char="•"/>
              <a:defRPr sz="2400">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r>
              <a:rPr lang="zh-CN" altLang="zh-CN" sz="2400" dirty="0">
                <a:latin typeface="思源宋体" panose="02020700000000000000" pitchFamily="18" charset="-122"/>
                <a:ea typeface="思源宋体" panose="02020700000000000000" pitchFamily="18" charset="-122"/>
              </a:rPr>
              <a:t>小铃铛的相关信息的操作、</a:t>
            </a:r>
            <a:r>
              <a:rPr lang="zh-CN" altLang="zh-CN" sz="2400" dirty="0" smtClean="0">
                <a:latin typeface="思源宋体" panose="02020700000000000000" pitchFamily="18" charset="-122"/>
                <a:ea typeface="思源宋体" panose="02020700000000000000" pitchFamily="18" charset="-122"/>
              </a:rPr>
              <a:t>设定</a:t>
            </a:r>
            <a:endParaRPr lang="zh-CN" altLang="en-US" sz="2400" dirty="0">
              <a:solidFill>
                <a:schemeClr val="bg2"/>
              </a:solidFill>
              <a:latin typeface="思源宋体" panose="02020700000000000000" pitchFamily="18" charset="-122"/>
              <a:ea typeface="思源宋体" panose="02020700000000000000" pitchFamily="18" charset="-122"/>
            </a:endParaRPr>
          </a:p>
        </p:txBody>
      </p:sp>
    </p:spTree>
    <p:extLst>
      <p:ext uri="{BB962C8B-B14F-4D97-AF65-F5344CB8AC3E}">
        <p14:creationId xmlns:p14="http://schemas.microsoft.com/office/powerpoint/2010/main" val="386078722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20">
            <a:extLst>
              <a:ext uri="{FF2B5EF4-FFF2-40B4-BE49-F238E27FC236}">
                <a16:creationId xmlns:a16="http://schemas.microsoft.com/office/drawing/2014/main" id="{94782366-33E8-F14D-3C1E-BD4F2695AEE5}"/>
              </a:ext>
            </a:extLst>
          </p:cNvPr>
          <p:cNvSpPr txBox="1">
            <a:spLocks noChangeArrowheads="1"/>
          </p:cNvSpPr>
          <p:nvPr/>
        </p:nvSpPr>
        <p:spPr bwMode="auto">
          <a:xfrm>
            <a:off x="622352" y="329938"/>
            <a:ext cx="67443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R="0" lvl="0" indent="0" defTabSz="1219200" fontAlgn="auto">
              <a:lnSpc>
                <a:spcPct val="100000"/>
              </a:lnSpc>
              <a:spcBef>
                <a:spcPct val="0"/>
              </a:spcBef>
              <a:spcAft>
                <a:spcPts val="0"/>
              </a:spcAft>
              <a:buClrTx/>
              <a:buSzTx/>
              <a:buFont typeface="思源宋体 CN Heavy" panose="02020900000000000000" pitchFamily="18" charset="-122"/>
              <a:buNone/>
              <a:tabLst/>
              <a:defRPr kumimoji="0" sz="2800" b="1" i="0" u="none" strike="noStrike" kern="0" cap="none" spc="0" normalizeH="0" baseline="0">
                <a:ln>
                  <a:noFill/>
                </a:ln>
                <a:solidFill>
                  <a:prstClr val="black">
                    <a:lumMod val="75000"/>
                    <a:lumOff val="25000"/>
                  </a:prstClr>
                </a:solidFill>
                <a:effectLst/>
                <a:uLnTx/>
                <a:uFillTx/>
                <a:latin typeface="Arial"/>
                <a:ea typeface="微软雅黑"/>
                <a:cs typeface="思源宋体 CN Heavy" panose="02020900000000000000" pitchFamily="18" charset="-122"/>
              </a:defRPr>
            </a:lvl1pPr>
            <a:lvl2pPr marL="742950" indent="-285750">
              <a:lnSpc>
                <a:spcPct val="90000"/>
              </a:lnSpc>
              <a:spcBef>
                <a:spcPts val="500"/>
              </a:spcBef>
              <a:buFont typeface="Arial" panose="020B0604020202020204" pitchFamily="34" charset="0"/>
              <a:buChar char="•"/>
              <a:defRPr sz="2400">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pPr algn="ctr"/>
            <a:r>
              <a:rPr lang="en-US" altLang="zh-CN" sz="2400" dirty="0" smtClean="0">
                <a:solidFill>
                  <a:schemeClr val="bg1"/>
                </a:solidFill>
                <a:latin typeface="思源宋体" panose="02020700000000000000" pitchFamily="18" charset="-122"/>
                <a:ea typeface="思源宋体" panose="02020700000000000000" pitchFamily="18" charset="-122"/>
                <a:sym typeface="Arial"/>
              </a:rPr>
              <a:t>04</a:t>
            </a:r>
            <a:endParaRPr lang="zh-CN" altLang="en-US" sz="2400" dirty="0">
              <a:solidFill>
                <a:schemeClr val="bg1"/>
              </a:solidFill>
              <a:latin typeface="思源宋体" panose="02020700000000000000" pitchFamily="18" charset="-122"/>
              <a:ea typeface="思源宋体" panose="02020700000000000000" pitchFamily="18" charset="-122"/>
              <a:sym typeface="Arial"/>
            </a:endParaRPr>
          </a:p>
        </p:txBody>
      </p:sp>
      <p:pic>
        <p:nvPicPr>
          <p:cNvPr id="6" name="图片 5"/>
          <p:cNvPicPr>
            <a:picLocks noChangeAspect="1"/>
          </p:cNvPicPr>
          <p:nvPr/>
        </p:nvPicPr>
        <p:blipFill>
          <a:blip r:embed="rId2"/>
          <a:stretch>
            <a:fillRect/>
          </a:stretch>
        </p:blipFill>
        <p:spPr>
          <a:xfrm>
            <a:off x="886723" y="1009925"/>
            <a:ext cx="10252329" cy="5547526"/>
          </a:xfrm>
          <a:prstGeom prst="rect">
            <a:avLst/>
          </a:prstGeom>
        </p:spPr>
      </p:pic>
      <p:sp>
        <p:nvSpPr>
          <p:cNvPr id="9" name="圆角矩形 8"/>
          <p:cNvSpPr/>
          <p:nvPr/>
        </p:nvSpPr>
        <p:spPr>
          <a:xfrm>
            <a:off x="7769128" y="4835071"/>
            <a:ext cx="3236921" cy="510013"/>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dirty="0" smtClean="0"/>
              <a:t>2</a:t>
            </a:r>
            <a:r>
              <a:rPr lang="zh-CN" altLang="en-US" dirty="0" smtClean="0"/>
              <a:t>、双击 </a:t>
            </a:r>
            <a:r>
              <a:rPr lang="en-US" altLang="zh-CN" dirty="0" smtClean="0"/>
              <a:t>PWClient.exe</a:t>
            </a:r>
            <a:r>
              <a:rPr lang="zh-CN" altLang="en-US" dirty="0" smtClean="0"/>
              <a:t> 打开软件</a:t>
            </a:r>
            <a:endParaRPr lang="zh-CN" altLang="en-US" dirty="0"/>
          </a:p>
        </p:txBody>
      </p:sp>
      <p:sp>
        <p:nvSpPr>
          <p:cNvPr id="10" name="文本框 20">
            <a:extLst>
              <a:ext uri="{FF2B5EF4-FFF2-40B4-BE49-F238E27FC236}">
                <a16:creationId xmlns:a16="http://schemas.microsoft.com/office/drawing/2014/main" id="{94782366-33E8-F14D-3C1E-BD4F2695AEE5}"/>
              </a:ext>
            </a:extLst>
          </p:cNvPr>
          <p:cNvSpPr txBox="1">
            <a:spLocks noChangeArrowheads="1"/>
          </p:cNvSpPr>
          <p:nvPr/>
        </p:nvSpPr>
        <p:spPr bwMode="auto">
          <a:xfrm>
            <a:off x="1657421" y="323816"/>
            <a:ext cx="521720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R="0" lvl="0" indent="0" defTabSz="1219200" fontAlgn="auto">
              <a:lnSpc>
                <a:spcPct val="100000"/>
              </a:lnSpc>
              <a:spcBef>
                <a:spcPct val="0"/>
              </a:spcBef>
              <a:spcAft>
                <a:spcPts val="0"/>
              </a:spcAft>
              <a:buClrTx/>
              <a:buSzTx/>
              <a:buFont typeface="思源宋体 CN Heavy" panose="02020900000000000000" pitchFamily="18" charset="-122"/>
              <a:buNone/>
              <a:tabLst/>
              <a:defRPr kumimoji="0" sz="2800" b="1" i="0" u="none" strike="noStrike" kern="0" cap="none" spc="0" normalizeH="0" baseline="0">
                <a:ln>
                  <a:noFill/>
                </a:ln>
                <a:solidFill>
                  <a:prstClr val="black">
                    <a:lumMod val="75000"/>
                    <a:lumOff val="25000"/>
                  </a:prstClr>
                </a:solidFill>
                <a:effectLst/>
                <a:uLnTx/>
                <a:uFillTx/>
                <a:latin typeface="Arial"/>
                <a:ea typeface="微软雅黑"/>
                <a:cs typeface="思源宋体 CN Heavy" panose="02020900000000000000" pitchFamily="18" charset="-122"/>
              </a:defRPr>
            </a:lvl1pPr>
            <a:lvl2pPr marL="742950" indent="-285750">
              <a:lnSpc>
                <a:spcPct val="90000"/>
              </a:lnSpc>
              <a:spcBef>
                <a:spcPts val="500"/>
              </a:spcBef>
              <a:buFont typeface="Arial" panose="020B0604020202020204" pitchFamily="34" charset="0"/>
              <a:buChar char="•"/>
              <a:defRPr sz="2400">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r>
              <a:rPr lang="zh-CN" altLang="zh-CN" sz="2400" dirty="0">
                <a:latin typeface="思源宋体" panose="02020700000000000000" pitchFamily="18" charset="-122"/>
                <a:ea typeface="思源宋体" panose="02020700000000000000" pitchFamily="18" charset="-122"/>
              </a:rPr>
              <a:t>小铃铛的相关信息的操作、</a:t>
            </a:r>
            <a:r>
              <a:rPr lang="zh-CN" altLang="zh-CN" sz="2400" dirty="0" smtClean="0">
                <a:latin typeface="思源宋体" panose="02020700000000000000" pitchFamily="18" charset="-122"/>
                <a:ea typeface="思源宋体" panose="02020700000000000000" pitchFamily="18" charset="-122"/>
              </a:rPr>
              <a:t>设定</a:t>
            </a:r>
            <a:endParaRPr lang="zh-CN" altLang="en-US" sz="2400" dirty="0">
              <a:solidFill>
                <a:schemeClr val="bg2"/>
              </a:solidFill>
              <a:latin typeface="思源宋体" panose="02020700000000000000" pitchFamily="18" charset="-122"/>
              <a:ea typeface="思源宋体" panose="02020700000000000000" pitchFamily="18" charset="-122"/>
            </a:endParaRPr>
          </a:p>
        </p:txBody>
      </p:sp>
    </p:spTree>
    <p:extLst>
      <p:ext uri="{BB962C8B-B14F-4D97-AF65-F5344CB8AC3E}">
        <p14:creationId xmlns:p14="http://schemas.microsoft.com/office/powerpoint/2010/main" val="3865464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20">
            <a:extLst>
              <a:ext uri="{FF2B5EF4-FFF2-40B4-BE49-F238E27FC236}">
                <a16:creationId xmlns:a16="http://schemas.microsoft.com/office/drawing/2014/main" id="{94782366-33E8-F14D-3C1E-BD4F2695AEE5}"/>
              </a:ext>
            </a:extLst>
          </p:cNvPr>
          <p:cNvSpPr txBox="1">
            <a:spLocks noChangeArrowheads="1"/>
          </p:cNvSpPr>
          <p:nvPr/>
        </p:nvSpPr>
        <p:spPr bwMode="auto">
          <a:xfrm>
            <a:off x="622352" y="329938"/>
            <a:ext cx="67443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R="0" lvl="0" indent="0" defTabSz="1219200" fontAlgn="auto">
              <a:lnSpc>
                <a:spcPct val="100000"/>
              </a:lnSpc>
              <a:spcBef>
                <a:spcPct val="0"/>
              </a:spcBef>
              <a:spcAft>
                <a:spcPts val="0"/>
              </a:spcAft>
              <a:buClrTx/>
              <a:buSzTx/>
              <a:buFont typeface="思源宋体 CN Heavy" panose="02020900000000000000" pitchFamily="18" charset="-122"/>
              <a:buNone/>
              <a:tabLst/>
              <a:defRPr kumimoji="0" sz="2800" b="1" i="0" u="none" strike="noStrike" kern="0" cap="none" spc="0" normalizeH="0" baseline="0">
                <a:ln>
                  <a:noFill/>
                </a:ln>
                <a:solidFill>
                  <a:prstClr val="black">
                    <a:lumMod val="75000"/>
                    <a:lumOff val="25000"/>
                  </a:prstClr>
                </a:solidFill>
                <a:effectLst/>
                <a:uLnTx/>
                <a:uFillTx/>
                <a:latin typeface="Arial"/>
                <a:ea typeface="微软雅黑"/>
                <a:cs typeface="思源宋体 CN Heavy" panose="02020900000000000000" pitchFamily="18" charset="-122"/>
              </a:defRPr>
            </a:lvl1pPr>
            <a:lvl2pPr marL="742950" indent="-285750">
              <a:lnSpc>
                <a:spcPct val="90000"/>
              </a:lnSpc>
              <a:spcBef>
                <a:spcPts val="500"/>
              </a:spcBef>
              <a:buFont typeface="Arial" panose="020B0604020202020204" pitchFamily="34" charset="0"/>
              <a:buChar char="•"/>
              <a:defRPr sz="2400">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pPr algn="ctr"/>
            <a:r>
              <a:rPr lang="en-US" altLang="zh-CN" sz="2400" dirty="0" smtClean="0">
                <a:solidFill>
                  <a:schemeClr val="bg1"/>
                </a:solidFill>
                <a:latin typeface="思源宋体" panose="02020700000000000000" pitchFamily="18" charset="-122"/>
                <a:ea typeface="思源宋体" panose="02020700000000000000" pitchFamily="18" charset="-122"/>
                <a:sym typeface="Arial"/>
              </a:rPr>
              <a:t>05</a:t>
            </a:r>
            <a:endParaRPr lang="zh-CN" altLang="en-US" sz="2400" dirty="0">
              <a:solidFill>
                <a:schemeClr val="bg1"/>
              </a:solidFill>
              <a:latin typeface="思源宋体" panose="02020700000000000000" pitchFamily="18" charset="-122"/>
              <a:ea typeface="思源宋体" panose="02020700000000000000" pitchFamily="18" charset="-122"/>
              <a:sym typeface="Arial"/>
            </a:endParaRPr>
          </a:p>
        </p:txBody>
      </p:sp>
      <p:pic>
        <p:nvPicPr>
          <p:cNvPr id="2" name="图片 1"/>
          <p:cNvPicPr>
            <a:picLocks noChangeAspect="1"/>
          </p:cNvPicPr>
          <p:nvPr/>
        </p:nvPicPr>
        <p:blipFill rotWithShape="1">
          <a:blip r:embed="rId2"/>
          <a:srcRect r="34303"/>
          <a:stretch/>
        </p:blipFill>
        <p:spPr>
          <a:xfrm>
            <a:off x="393106" y="1401322"/>
            <a:ext cx="9007268" cy="3727489"/>
          </a:xfrm>
          <a:prstGeom prst="rect">
            <a:avLst/>
          </a:prstGeom>
        </p:spPr>
      </p:pic>
      <p:sp>
        <p:nvSpPr>
          <p:cNvPr id="14" name="圆角矩形 13"/>
          <p:cNvSpPr/>
          <p:nvPr/>
        </p:nvSpPr>
        <p:spPr>
          <a:xfrm>
            <a:off x="1151831" y="1277976"/>
            <a:ext cx="1782561" cy="484323"/>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smtClean="0">
                <a:latin typeface="思源黑体" panose="020B0800000000000000" pitchFamily="34" charset="-122"/>
                <a:ea typeface="思源黑体" panose="020B0800000000000000" pitchFamily="34" charset="-122"/>
              </a:rPr>
              <a:t>1</a:t>
            </a:r>
            <a:r>
              <a:rPr lang="zh-CN" altLang="en-US" dirty="0" smtClean="0">
                <a:latin typeface="思源黑体" panose="020B0800000000000000" pitchFamily="34" charset="-122"/>
                <a:ea typeface="思源黑体" panose="020B0800000000000000" pitchFamily="34" charset="-122"/>
              </a:rPr>
              <a:t>、点击账号</a:t>
            </a:r>
            <a:endParaRPr lang="en-US" altLang="zh-CN" dirty="0" smtClean="0">
              <a:latin typeface="思源黑体" panose="020B0800000000000000" pitchFamily="34" charset="-122"/>
              <a:ea typeface="思源黑体" panose="020B0800000000000000" pitchFamily="34" charset="-122"/>
            </a:endParaRPr>
          </a:p>
        </p:txBody>
      </p:sp>
      <p:sp>
        <p:nvSpPr>
          <p:cNvPr id="15" name="圆角矩形 14"/>
          <p:cNvSpPr/>
          <p:nvPr/>
        </p:nvSpPr>
        <p:spPr>
          <a:xfrm>
            <a:off x="622352" y="2569220"/>
            <a:ext cx="2312040" cy="484323"/>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latin typeface="思源黑体" panose="020B0800000000000000" pitchFamily="34" charset="-122"/>
                <a:ea typeface="思源黑体" panose="020B0800000000000000" pitchFamily="34" charset="-122"/>
              </a:rPr>
              <a:t>2</a:t>
            </a:r>
            <a:r>
              <a:rPr lang="zh-CN" altLang="en-US" dirty="0" smtClean="0">
                <a:latin typeface="思源黑体" panose="020B0800000000000000" pitchFamily="34" charset="-122"/>
                <a:ea typeface="思源黑体" panose="020B0800000000000000" pitchFamily="34" charset="-122"/>
              </a:rPr>
              <a:t>、选择登录或注册</a:t>
            </a:r>
            <a:endParaRPr lang="en-US" altLang="zh-CN" dirty="0" smtClean="0">
              <a:latin typeface="思源黑体" panose="020B0800000000000000" pitchFamily="34" charset="-122"/>
              <a:ea typeface="思源黑体" panose="020B0800000000000000" pitchFamily="34" charset="-122"/>
            </a:endParaRPr>
          </a:p>
        </p:txBody>
      </p:sp>
      <p:pic>
        <p:nvPicPr>
          <p:cNvPr id="3" name="图片 2"/>
          <p:cNvPicPr>
            <a:picLocks noChangeAspect="1"/>
          </p:cNvPicPr>
          <p:nvPr/>
        </p:nvPicPr>
        <p:blipFill>
          <a:blip r:embed="rId3"/>
          <a:stretch>
            <a:fillRect/>
          </a:stretch>
        </p:blipFill>
        <p:spPr>
          <a:xfrm>
            <a:off x="1420610" y="3505884"/>
            <a:ext cx="4629150" cy="2790825"/>
          </a:xfrm>
          <a:prstGeom prst="rect">
            <a:avLst/>
          </a:prstGeom>
        </p:spPr>
      </p:pic>
      <p:pic>
        <p:nvPicPr>
          <p:cNvPr id="16" name="图片 15"/>
          <p:cNvPicPr>
            <a:picLocks noChangeAspect="1"/>
          </p:cNvPicPr>
          <p:nvPr/>
        </p:nvPicPr>
        <p:blipFill>
          <a:blip r:embed="rId4"/>
          <a:stretch>
            <a:fillRect/>
          </a:stretch>
        </p:blipFill>
        <p:spPr>
          <a:xfrm>
            <a:off x="6915323" y="3505883"/>
            <a:ext cx="4629150" cy="2790825"/>
          </a:xfrm>
          <a:prstGeom prst="rect">
            <a:avLst/>
          </a:prstGeom>
        </p:spPr>
      </p:pic>
      <p:sp>
        <p:nvSpPr>
          <p:cNvPr id="17" name="圆角矩形 16"/>
          <p:cNvSpPr/>
          <p:nvPr/>
        </p:nvSpPr>
        <p:spPr>
          <a:xfrm>
            <a:off x="1503737" y="5770689"/>
            <a:ext cx="1782561" cy="484323"/>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latin typeface="思源黑体" panose="020B0800000000000000" pitchFamily="34" charset="-122"/>
                <a:ea typeface="思源黑体" panose="020B0800000000000000" pitchFamily="34" charset="-122"/>
              </a:rPr>
              <a:t>3</a:t>
            </a:r>
            <a:r>
              <a:rPr lang="zh-CN" altLang="en-US" dirty="0" smtClean="0">
                <a:latin typeface="思源黑体" panose="020B0800000000000000" pitchFamily="34" charset="-122"/>
                <a:ea typeface="思源黑体" panose="020B0800000000000000" pitchFamily="34" charset="-122"/>
              </a:rPr>
              <a:t>、</a:t>
            </a:r>
            <a:r>
              <a:rPr lang="zh-CN" altLang="en-US" dirty="0">
                <a:latin typeface="思源黑体" panose="020B0800000000000000" pitchFamily="34" charset="-122"/>
                <a:ea typeface="思源黑体" panose="020B0800000000000000" pitchFamily="34" charset="-122"/>
              </a:rPr>
              <a:t>登录界面</a:t>
            </a:r>
            <a:endParaRPr lang="en-US" altLang="zh-CN" dirty="0" smtClean="0">
              <a:latin typeface="思源黑体" panose="020B0800000000000000" pitchFamily="34" charset="-122"/>
              <a:ea typeface="思源黑体" panose="020B0800000000000000" pitchFamily="34" charset="-122"/>
            </a:endParaRPr>
          </a:p>
        </p:txBody>
      </p:sp>
      <p:sp>
        <p:nvSpPr>
          <p:cNvPr id="18" name="圆角矩形 17"/>
          <p:cNvSpPr/>
          <p:nvPr/>
        </p:nvSpPr>
        <p:spPr>
          <a:xfrm>
            <a:off x="10002115" y="5737883"/>
            <a:ext cx="1782561" cy="484323"/>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smtClean="0">
                <a:latin typeface="思源黑体" panose="020B0800000000000000" pitchFamily="34" charset="-122"/>
                <a:ea typeface="思源黑体" panose="020B0800000000000000" pitchFamily="34" charset="-122"/>
              </a:rPr>
              <a:t>4</a:t>
            </a:r>
            <a:r>
              <a:rPr lang="zh-CN" altLang="en-US" dirty="0" smtClean="0">
                <a:latin typeface="思源黑体" panose="020B0800000000000000" pitchFamily="34" charset="-122"/>
                <a:ea typeface="思源黑体" panose="020B0800000000000000" pitchFamily="34" charset="-122"/>
              </a:rPr>
              <a:t>、</a:t>
            </a:r>
            <a:r>
              <a:rPr lang="zh-CN" altLang="en-US" dirty="0">
                <a:latin typeface="思源黑体" panose="020B0800000000000000" pitchFamily="34" charset="-122"/>
                <a:ea typeface="思源黑体" panose="020B0800000000000000" pitchFamily="34" charset="-122"/>
              </a:rPr>
              <a:t>注册界面</a:t>
            </a:r>
            <a:endParaRPr lang="en-US" altLang="zh-CN" dirty="0" smtClean="0">
              <a:latin typeface="思源黑体" panose="020B0800000000000000" pitchFamily="34" charset="-122"/>
              <a:ea typeface="思源黑体" panose="020B0800000000000000" pitchFamily="34" charset="-122"/>
            </a:endParaRPr>
          </a:p>
        </p:txBody>
      </p:sp>
      <p:sp>
        <p:nvSpPr>
          <p:cNvPr id="19" name="文本框 20">
            <a:extLst>
              <a:ext uri="{FF2B5EF4-FFF2-40B4-BE49-F238E27FC236}">
                <a16:creationId xmlns:a16="http://schemas.microsoft.com/office/drawing/2014/main" id="{94782366-33E8-F14D-3C1E-BD4F2695AEE5}"/>
              </a:ext>
            </a:extLst>
          </p:cNvPr>
          <p:cNvSpPr txBox="1">
            <a:spLocks noChangeArrowheads="1"/>
          </p:cNvSpPr>
          <p:nvPr/>
        </p:nvSpPr>
        <p:spPr bwMode="auto">
          <a:xfrm>
            <a:off x="230403" y="708972"/>
            <a:ext cx="5217203"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R="0" lvl="0" indent="0" defTabSz="1219200" fontAlgn="auto">
              <a:lnSpc>
                <a:spcPct val="100000"/>
              </a:lnSpc>
              <a:spcBef>
                <a:spcPct val="0"/>
              </a:spcBef>
              <a:spcAft>
                <a:spcPts val="0"/>
              </a:spcAft>
              <a:buClrTx/>
              <a:buSzTx/>
              <a:buFont typeface="思源宋体 CN Heavy" panose="02020900000000000000" pitchFamily="18" charset="-122"/>
              <a:buNone/>
              <a:tabLst/>
              <a:defRPr kumimoji="0" sz="2800" b="1" i="0" u="none" strike="noStrike" kern="0" cap="none" spc="0" normalizeH="0" baseline="0">
                <a:ln>
                  <a:noFill/>
                </a:ln>
                <a:solidFill>
                  <a:prstClr val="black">
                    <a:lumMod val="75000"/>
                    <a:lumOff val="25000"/>
                  </a:prstClr>
                </a:solidFill>
                <a:effectLst/>
                <a:uLnTx/>
                <a:uFillTx/>
                <a:latin typeface="Arial"/>
                <a:ea typeface="微软雅黑"/>
                <a:cs typeface="思源宋体 CN Heavy" panose="02020900000000000000" pitchFamily="18" charset="-122"/>
              </a:defRPr>
            </a:lvl1pPr>
            <a:lvl2pPr marL="742950" indent="-285750">
              <a:lnSpc>
                <a:spcPct val="90000"/>
              </a:lnSpc>
              <a:spcBef>
                <a:spcPts val="500"/>
              </a:spcBef>
              <a:buFont typeface="Arial" panose="020B0604020202020204" pitchFamily="34" charset="0"/>
              <a:buChar char="•"/>
              <a:defRPr sz="2400">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pPr>
              <a:lnSpc>
                <a:spcPct val="150000"/>
              </a:lnSpc>
            </a:pPr>
            <a:r>
              <a:rPr lang="en-US" altLang="zh-CN" sz="2000" b="0" dirty="0">
                <a:solidFill>
                  <a:schemeClr val="tx1"/>
                </a:solidFill>
                <a:latin typeface="思源宋体" panose="02020700000000000000" pitchFamily="18" charset="-122"/>
                <a:ea typeface="思源宋体" panose="02020700000000000000" pitchFamily="18" charset="-122"/>
                <a:sym typeface="Arial"/>
              </a:rPr>
              <a:t>3</a:t>
            </a:r>
            <a:r>
              <a:rPr lang="en-US" altLang="zh-CN" sz="2000" b="0" dirty="0" smtClean="0">
                <a:solidFill>
                  <a:schemeClr val="tx1"/>
                </a:solidFill>
                <a:latin typeface="思源宋体" panose="02020700000000000000" pitchFamily="18" charset="-122"/>
                <a:ea typeface="思源宋体" panose="02020700000000000000" pitchFamily="18" charset="-122"/>
                <a:sym typeface="Arial"/>
              </a:rPr>
              <a:t>.</a:t>
            </a:r>
            <a:r>
              <a:rPr lang="zh-CN" altLang="en-US" sz="2000" b="0" dirty="0" smtClean="0">
                <a:solidFill>
                  <a:schemeClr val="tx1"/>
                </a:solidFill>
                <a:latin typeface="思源宋体" panose="02020700000000000000" pitchFamily="18" charset="-122"/>
                <a:ea typeface="思源宋体" panose="02020700000000000000" pitchFamily="18" charset="-122"/>
                <a:sym typeface="Arial"/>
              </a:rPr>
              <a:t>软件操作</a:t>
            </a:r>
            <a:endParaRPr lang="en-US" altLang="zh-CN" sz="2000" b="0" dirty="0" smtClean="0">
              <a:solidFill>
                <a:schemeClr val="tx1"/>
              </a:solidFill>
              <a:latin typeface="思源宋体" panose="02020700000000000000" pitchFamily="18" charset="-122"/>
              <a:ea typeface="思源宋体" panose="02020700000000000000" pitchFamily="18" charset="-122"/>
              <a:sym typeface="Arial"/>
            </a:endParaRPr>
          </a:p>
        </p:txBody>
      </p:sp>
      <p:sp>
        <p:nvSpPr>
          <p:cNvPr id="13" name="文本框 20">
            <a:extLst>
              <a:ext uri="{FF2B5EF4-FFF2-40B4-BE49-F238E27FC236}">
                <a16:creationId xmlns:a16="http://schemas.microsoft.com/office/drawing/2014/main" id="{94782366-33E8-F14D-3C1E-BD4F2695AEE5}"/>
              </a:ext>
            </a:extLst>
          </p:cNvPr>
          <p:cNvSpPr txBox="1">
            <a:spLocks noChangeArrowheads="1"/>
          </p:cNvSpPr>
          <p:nvPr/>
        </p:nvSpPr>
        <p:spPr bwMode="auto">
          <a:xfrm>
            <a:off x="1657421" y="323816"/>
            <a:ext cx="521720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R="0" lvl="0" indent="0" defTabSz="1219200" fontAlgn="auto">
              <a:lnSpc>
                <a:spcPct val="100000"/>
              </a:lnSpc>
              <a:spcBef>
                <a:spcPct val="0"/>
              </a:spcBef>
              <a:spcAft>
                <a:spcPts val="0"/>
              </a:spcAft>
              <a:buClrTx/>
              <a:buSzTx/>
              <a:buFont typeface="思源宋体 CN Heavy" panose="02020900000000000000" pitchFamily="18" charset="-122"/>
              <a:buNone/>
              <a:tabLst/>
              <a:defRPr kumimoji="0" sz="2800" b="1" i="0" u="none" strike="noStrike" kern="0" cap="none" spc="0" normalizeH="0" baseline="0">
                <a:ln>
                  <a:noFill/>
                </a:ln>
                <a:solidFill>
                  <a:prstClr val="black">
                    <a:lumMod val="75000"/>
                    <a:lumOff val="25000"/>
                  </a:prstClr>
                </a:solidFill>
                <a:effectLst/>
                <a:uLnTx/>
                <a:uFillTx/>
                <a:latin typeface="Arial"/>
                <a:ea typeface="微软雅黑"/>
                <a:cs typeface="思源宋体 CN Heavy" panose="02020900000000000000" pitchFamily="18" charset="-122"/>
              </a:defRPr>
            </a:lvl1pPr>
            <a:lvl2pPr marL="742950" indent="-285750">
              <a:lnSpc>
                <a:spcPct val="90000"/>
              </a:lnSpc>
              <a:spcBef>
                <a:spcPts val="500"/>
              </a:spcBef>
              <a:buFont typeface="Arial" panose="020B0604020202020204" pitchFamily="34" charset="0"/>
              <a:buChar char="•"/>
              <a:defRPr sz="2400">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r>
              <a:rPr lang="zh-CN" altLang="zh-CN" sz="2400" dirty="0">
                <a:latin typeface="思源宋体" panose="02020700000000000000" pitchFamily="18" charset="-122"/>
                <a:ea typeface="思源宋体" panose="02020700000000000000" pitchFamily="18" charset="-122"/>
              </a:rPr>
              <a:t>小铃铛的相关信息的操作、</a:t>
            </a:r>
            <a:r>
              <a:rPr lang="zh-CN" altLang="zh-CN" sz="2400" dirty="0" smtClean="0">
                <a:latin typeface="思源宋体" panose="02020700000000000000" pitchFamily="18" charset="-122"/>
                <a:ea typeface="思源宋体" panose="02020700000000000000" pitchFamily="18" charset="-122"/>
              </a:rPr>
              <a:t>设定</a:t>
            </a:r>
            <a:endParaRPr lang="zh-CN" altLang="en-US" sz="2400" dirty="0">
              <a:solidFill>
                <a:schemeClr val="bg2"/>
              </a:solidFill>
              <a:latin typeface="思源宋体" panose="02020700000000000000" pitchFamily="18" charset="-122"/>
              <a:ea typeface="思源宋体" panose="02020700000000000000" pitchFamily="18" charset="-122"/>
            </a:endParaRPr>
          </a:p>
        </p:txBody>
      </p:sp>
    </p:spTree>
    <p:extLst>
      <p:ext uri="{BB962C8B-B14F-4D97-AF65-F5344CB8AC3E}">
        <p14:creationId xmlns:p14="http://schemas.microsoft.com/office/powerpoint/2010/main" val="2894258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文本框 20">
            <a:extLst>
              <a:ext uri="{FF2B5EF4-FFF2-40B4-BE49-F238E27FC236}">
                <a16:creationId xmlns:a16="http://schemas.microsoft.com/office/drawing/2014/main" id="{94782366-33E8-F14D-3C1E-BD4F2695AEE5}"/>
              </a:ext>
            </a:extLst>
          </p:cNvPr>
          <p:cNvSpPr txBox="1">
            <a:spLocks noChangeArrowheads="1"/>
          </p:cNvSpPr>
          <p:nvPr/>
        </p:nvSpPr>
        <p:spPr bwMode="auto">
          <a:xfrm>
            <a:off x="622352" y="329938"/>
            <a:ext cx="67443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R="0" lvl="0" indent="0" defTabSz="1219200" fontAlgn="auto">
              <a:lnSpc>
                <a:spcPct val="100000"/>
              </a:lnSpc>
              <a:spcBef>
                <a:spcPct val="0"/>
              </a:spcBef>
              <a:spcAft>
                <a:spcPts val="0"/>
              </a:spcAft>
              <a:buClrTx/>
              <a:buSzTx/>
              <a:buFont typeface="思源宋体 CN Heavy" panose="02020900000000000000" pitchFamily="18" charset="-122"/>
              <a:buNone/>
              <a:tabLst/>
              <a:defRPr kumimoji="0" sz="2800" b="1" i="0" u="none" strike="noStrike" kern="0" cap="none" spc="0" normalizeH="0" baseline="0">
                <a:ln>
                  <a:noFill/>
                </a:ln>
                <a:solidFill>
                  <a:prstClr val="black">
                    <a:lumMod val="75000"/>
                    <a:lumOff val="25000"/>
                  </a:prstClr>
                </a:solidFill>
                <a:effectLst/>
                <a:uLnTx/>
                <a:uFillTx/>
                <a:latin typeface="Arial"/>
                <a:ea typeface="微软雅黑"/>
                <a:cs typeface="思源宋体 CN Heavy" panose="02020900000000000000" pitchFamily="18" charset="-122"/>
              </a:defRPr>
            </a:lvl1pPr>
            <a:lvl2pPr marL="742950" indent="-285750">
              <a:lnSpc>
                <a:spcPct val="90000"/>
              </a:lnSpc>
              <a:spcBef>
                <a:spcPts val="500"/>
              </a:spcBef>
              <a:buFont typeface="Arial" panose="020B0604020202020204" pitchFamily="34" charset="0"/>
              <a:buChar char="•"/>
              <a:defRPr sz="2400">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pPr algn="ctr"/>
            <a:r>
              <a:rPr lang="en-US" altLang="zh-CN" sz="2400" dirty="0" smtClean="0">
                <a:solidFill>
                  <a:schemeClr val="bg1"/>
                </a:solidFill>
                <a:latin typeface="思源黑体" panose="020B0800000000000000" pitchFamily="34" charset="-122"/>
                <a:ea typeface="思源黑体" panose="020B0800000000000000" pitchFamily="34" charset="-122"/>
                <a:sym typeface="Arial"/>
              </a:rPr>
              <a:t>06</a:t>
            </a:r>
            <a:endParaRPr lang="zh-CN" altLang="en-US" sz="2400" dirty="0">
              <a:solidFill>
                <a:schemeClr val="bg1"/>
              </a:solidFill>
              <a:latin typeface="思源黑体" panose="020B0800000000000000" pitchFamily="34" charset="-122"/>
              <a:ea typeface="思源黑体" panose="020B0800000000000000" pitchFamily="34" charset="-122"/>
              <a:sym typeface="Arial"/>
            </a:endParaRPr>
          </a:p>
        </p:txBody>
      </p:sp>
      <p:pic>
        <p:nvPicPr>
          <p:cNvPr id="3" name="图片 2"/>
          <p:cNvPicPr>
            <a:picLocks noChangeAspect="1"/>
          </p:cNvPicPr>
          <p:nvPr/>
        </p:nvPicPr>
        <p:blipFill>
          <a:blip r:embed="rId2"/>
          <a:stretch>
            <a:fillRect/>
          </a:stretch>
        </p:blipFill>
        <p:spPr>
          <a:xfrm>
            <a:off x="738525" y="1143331"/>
            <a:ext cx="10550159" cy="5714669"/>
          </a:xfrm>
          <a:prstGeom prst="rect">
            <a:avLst/>
          </a:prstGeom>
        </p:spPr>
      </p:pic>
      <p:sp>
        <p:nvSpPr>
          <p:cNvPr id="6" name="文本框 20">
            <a:extLst>
              <a:ext uri="{FF2B5EF4-FFF2-40B4-BE49-F238E27FC236}">
                <a16:creationId xmlns:a16="http://schemas.microsoft.com/office/drawing/2014/main" id="{94782366-33E8-F14D-3C1E-BD4F2695AEE5}"/>
              </a:ext>
            </a:extLst>
          </p:cNvPr>
          <p:cNvSpPr txBox="1">
            <a:spLocks noChangeArrowheads="1"/>
          </p:cNvSpPr>
          <p:nvPr/>
        </p:nvSpPr>
        <p:spPr bwMode="auto">
          <a:xfrm>
            <a:off x="247029" y="684033"/>
            <a:ext cx="5217203"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R="0" lvl="0" indent="0" defTabSz="1219200" fontAlgn="auto">
              <a:lnSpc>
                <a:spcPct val="100000"/>
              </a:lnSpc>
              <a:spcBef>
                <a:spcPct val="0"/>
              </a:spcBef>
              <a:spcAft>
                <a:spcPts val="0"/>
              </a:spcAft>
              <a:buClrTx/>
              <a:buSzTx/>
              <a:buFont typeface="思源宋体 CN Heavy" panose="02020900000000000000" pitchFamily="18" charset="-122"/>
              <a:buNone/>
              <a:tabLst/>
              <a:defRPr kumimoji="0" sz="2800" b="1" i="0" u="none" strike="noStrike" kern="0" cap="none" spc="0" normalizeH="0" baseline="0">
                <a:ln>
                  <a:noFill/>
                </a:ln>
                <a:solidFill>
                  <a:prstClr val="black">
                    <a:lumMod val="75000"/>
                    <a:lumOff val="25000"/>
                  </a:prstClr>
                </a:solidFill>
                <a:effectLst/>
                <a:uLnTx/>
                <a:uFillTx/>
                <a:latin typeface="Arial"/>
                <a:ea typeface="微软雅黑"/>
                <a:cs typeface="思源宋体 CN Heavy" panose="02020900000000000000" pitchFamily="18" charset="-122"/>
              </a:defRPr>
            </a:lvl1pPr>
            <a:lvl2pPr marL="742950" indent="-285750">
              <a:lnSpc>
                <a:spcPct val="90000"/>
              </a:lnSpc>
              <a:spcBef>
                <a:spcPts val="500"/>
              </a:spcBef>
              <a:buFont typeface="Arial" panose="020B0604020202020204" pitchFamily="34" charset="0"/>
              <a:buChar char="•"/>
              <a:defRPr sz="2400">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pPr>
              <a:lnSpc>
                <a:spcPct val="150000"/>
              </a:lnSpc>
            </a:pPr>
            <a:r>
              <a:rPr lang="en-US" altLang="zh-CN" sz="2000" b="0" dirty="0">
                <a:solidFill>
                  <a:schemeClr val="tx1"/>
                </a:solidFill>
                <a:latin typeface="思源宋体" panose="02020700000000000000" pitchFamily="18" charset="-122"/>
                <a:ea typeface="思源宋体" panose="02020700000000000000" pitchFamily="18" charset="-122"/>
                <a:sym typeface="Arial"/>
              </a:rPr>
              <a:t>4</a:t>
            </a:r>
            <a:r>
              <a:rPr lang="en-US" altLang="zh-CN" sz="2000" b="0" dirty="0" smtClean="0">
                <a:solidFill>
                  <a:schemeClr val="tx1"/>
                </a:solidFill>
                <a:latin typeface="思源宋体" panose="02020700000000000000" pitchFamily="18" charset="-122"/>
                <a:ea typeface="思源宋体" panose="02020700000000000000" pitchFamily="18" charset="-122"/>
                <a:sym typeface="Arial"/>
              </a:rPr>
              <a:t>.</a:t>
            </a:r>
            <a:r>
              <a:rPr lang="zh-CN" altLang="en-US" sz="2000" b="0" dirty="0" smtClean="0">
                <a:solidFill>
                  <a:schemeClr val="tx1"/>
                </a:solidFill>
                <a:latin typeface="思源宋体" panose="02020700000000000000" pitchFamily="18" charset="-122"/>
                <a:ea typeface="思源宋体" panose="02020700000000000000" pitchFamily="18" charset="-122"/>
                <a:sym typeface="Arial"/>
              </a:rPr>
              <a:t>制造讯息中心主页面</a:t>
            </a:r>
            <a:r>
              <a:rPr lang="en-US" altLang="zh-CN" sz="2000" b="0" dirty="0" smtClean="0">
                <a:solidFill>
                  <a:schemeClr val="tx1"/>
                </a:solidFill>
                <a:latin typeface="思源宋体" panose="02020700000000000000" pitchFamily="18" charset="-122"/>
                <a:ea typeface="思源宋体" panose="02020700000000000000" pitchFamily="18" charset="-122"/>
                <a:sym typeface="Arial"/>
              </a:rPr>
              <a:t>—</a:t>
            </a:r>
            <a:r>
              <a:rPr lang="zh-CN" altLang="en-US" sz="2000" b="0" dirty="0" smtClean="0">
                <a:solidFill>
                  <a:schemeClr val="tx1"/>
                </a:solidFill>
                <a:latin typeface="思源宋体" panose="02020700000000000000" pitchFamily="18" charset="-122"/>
                <a:ea typeface="思源宋体" panose="02020700000000000000" pitchFamily="18" charset="-122"/>
                <a:sym typeface="Arial"/>
              </a:rPr>
              <a:t>报警列表</a:t>
            </a:r>
            <a:endParaRPr lang="en-US" altLang="zh-CN" sz="2000" b="0" dirty="0" smtClean="0">
              <a:solidFill>
                <a:schemeClr val="tx1"/>
              </a:solidFill>
              <a:latin typeface="思源宋体" panose="02020700000000000000" pitchFamily="18" charset="-122"/>
              <a:ea typeface="思源宋体" panose="02020700000000000000" pitchFamily="18" charset="-122"/>
              <a:sym typeface="Arial"/>
            </a:endParaRPr>
          </a:p>
        </p:txBody>
      </p:sp>
      <p:sp>
        <p:nvSpPr>
          <p:cNvPr id="7" name="圆角矩形 6"/>
          <p:cNvSpPr/>
          <p:nvPr/>
        </p:nvSpPr>
        <p:spPr>
          <a:xfrm>
            <a:off x="3815542" y="2269375"/>
            <a:ext cx="1753985" cy="436101"/>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sz="1400" dirty="0" smtClean="0">
                <a:latin typeface="思源黑体" panose="020B0800000000000000" pitchFamily="34" charset="-122"/>
                <a:ea typeface="思源黑体" panose="020B0800000000000000" pitchFamily="34" charset="-122"/>
              </a:rPr>
              <a:t>1</a:t>
            </a:r>
            <a:r>
              <a:rPr lang="zh-CN" altLang="en-US" sz="1400" dirty="0" smtClean="0">
                <a:latin typeface="思源黑体" panose="020B0800000000000000" pitchFamily="34" charset="-122"/>
                <a:ea typeface="思源黑体" panose="020B0800000000000000" pitchFamily="34" charset="-122"/>
              </a:rPr>
              <a:t>、正在报警列表</a:t>
            </a:r>
            <a:endParaRPr lang="en-US" altLang="zh-CN" sz="1400" dirty="0" smtClean="0">
              <a:latin typeface="思源黑体" panose="020B0800000000000000" pitchFamily="34" charset="-122"/>
              <a:ea typeface="思源黑体" panose="020B0800000000000000" pitchFamily="34" charset="-122"/>
            </a:endParaRPr>
          </a:p>
        </p:txBody>
      </p:sp>
      <p:sp>
        <p:nvSpPr>
          <p:cNvPr id="8" name="圆角矩形 7"/>
          <p:cNvSpPr/>
          <p:nvPr/>
        </p:nvSpPr>
        <p:spPr>
          <a:xfrm>
            <a:off x="3815541" y="4790902"/>
            <a:ext cx="1753985" cy="436101"/>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sz="1400" dirty="0">
                <a:latin typeface="思源黑体" panose="020B0800000000000000" pitchFamily="34" charset="-122"/>
                <a:ea typeface="思源黑体" panose="020B0800000000000000" pitchFamily="34" charset="-122"/>
              </a:rPr>
              <a:t>2</a:t>
            </a:r>
            <a:r>
              <a:rPr lang="zh-CN" altLang="en-US" sz="1400" dirty="0" smtClean="0">
                <a:latin typeface="思源黑体" panose="020B0800000000000000" pitchFamily="34" charset="-122"/>
                <a:ea typeface="思源黑体" panose="020B0800000000000000" pitchFamily="34" charset="-122"/>
              </a:rPr>
              <a:t>、已确认报警列表</a:t>
            </a:r>
            <a:endParaRPr lang="en-US" altLang="zh-CN" sz="1400" dirty="0" smtClean="0">
              <a:latin typeface="思源黑体" panose="020B0800000000000000" pitchFamily="34" charset="-122"/>
              <a:ea typeface="思源黑体" panose="020B0800000000000000" pitchFamily="34" charset="-122"/>
            </a:endParaRPr>
          </a:p>
        </p:txBody>
      </p:sp>
      <p:sp>
        <p:nvSpPr>
          <p:cNvPr id="9" name="文本框 8"/>
          <p:cNvSpPr txBox="1"/>
          <p:nvPr/>
        </p:nvSpPr>
        <p:spPr>
          <a:xfrm>
            <a:off x="6249727" y="5291266"/>
            <a:ext cx="5790368" cy="830997"/>
          </a:xfrm>
          <a:prstGeom prst="rect">
            <a:avLst/>
          </a:prstGeom>
          <a:noFill/>
        </p:spPr>
        <p:txBody>
          <a:bodyPr wrap="none" rtlCol="0">
            <a:spAutoFit/>
          </a:bodyPr>
          <a:lstStyle/>
          <a:p>
            <a:r>
              <a:rPr lang="en-US" altLang="zh-CN" sz="1600" dirty="0" smtClean="0">
                <a:solidFill>
                  <a:srgbClr val="FF0000"/>
                </a:solidFill>
                <a:latin typeface="思源宋体" panose="02020700000000000000" pitchFamily="18" charset="-122"/>
                <a:ea typeface="思源宋体" panose="02020700000000000000" pitchFamily="18" charset="-122"/>
              </a:rPr>
              <a:t>Remark</a:t>
            </a:r>
            <a:r>
              <a:rPr lang="zh-CN" altLang="en-US" sz="1600" dirty="0" smtClean="0">
                <a:solidFill>
                  <a:srgbClr val="FF0000"/>
                </a:solidFill>
                <a:latin typeface="思源宋体" panose="02020700000000000000" pitchFamily="18" charset="-122"/>
                <a:ea typeface="思源宋体" panose="02020700000000000000" pitchFamily="18" charset="-122"/>
              </a:rPr>
              <a:t>：正在报警案件</a:t>
            </a:r>
            <a:r>
              <a:rPr lang="en-US" altLang="zh-CN" sz="1600" dirty="0" smtClean="0">
                <a:solidFill>
                  <a:srgbClr val="FF0000"/>
                </a:solidFill>
                <a:latin typeface="思源宋体" panose="02020700000000000000" pitchFamily="18" charset="-122"/>
                <a:ea typeface="思源宋体" panose="02020700000000000000" pitchFamily="18" charset="-122"/>
              </a:rPr>
              <a:t>show</a:t>
            </a:r>
            <a:r>
              <a:rPr lang="zh-CN" altLang="en-US" sz="1600" dirty="0" smtClean="0">
                <a:solidFill>
                  <a:srgbClr val="FF0000"/>
                </a:solidFill>
                <a:latin typeface="思源宋体" panose="02020700000000000000" pitchFamily="18" charset="-122"/>
                <a:ea typeface="思源宋体" panose="02020700000000000000" pitchFamily="18" charset="-122"/>
              </a:rPr>
              <a:t>红色，已确认案件</a:t>
            </a:r>
            <a:r>
              <a:rPr lang="en-US" altLang="zh-CN" sz="1600" dirty="0" smtClean="0">
                <a:solidFill>
                  <a:srgbClr val="FF0000"/>
                </a:solidFill>
                <a:latin typeface="思源宋体" panose="02020700000000000000" pitchFamily="18" charset="-122"/>
                <a:ea typeface="思源宋体" panose="02020700000000000000" pitchFamily="18" charset="-122"/>
              </a:rPr>
              <a:t>show</a:t>
            </a:r>
            <a:r>
              <a:rPr lang="zh-CN" altLang="en-US" sz="1600" dirty="0" smtClean="0">
                <a:solidFill>
                  <a:srgbClr val="FF0000"/>
                </a:solidFill>
                <a:latin typeface="思源宋体" panose="02020700000000000000" pitchFamily="18" charset="-122"/>
                <a:ea typeface="思源宋体" panose="02020700000000000000" pitchFamily="18" charset="-122"/>
              </a:rPr>
              <a:t>黄色，</a:t>
            </a:r>
            <a:endParaRPr lang="en-US" altLang="zh-CN" sz="1600" dirty="0" smtClean="0">
              <a:solidFill>
                <a:srgbClr val="FF0000"/>
              </a:solidFill>
              <a:latin typeface="思源宋体" panose="02020700000000000000" pitchFamily="18" charset="-122"/>
              <a:ea typeface="思源宋体" panose="02020700000000000000" pitchFamily="18" charset="-122"/>
            </a:endParaRPr>
          </a:p>
          <a:p>
            <a:r>
              <a:rPr lang="zh-CN" altLang="en-US" sz="1600" dirty="0" smtClean="0">
                <a:solidFill>
                  <a:srgbClr val="FF0000"/>
                </a:solidFill>
                <a:latin typeface="思源宋体" panose="02020700000000000000" pitchFamily="18" charset="-122"/>
                <a:ea typeface="思源宋体" panose="02020700000000000000" pitchFamily="18" charset="-122"/>
              </a:rPr>
              <a:t>手</a:t>
            </a:r>
            <a:r>
              <a:rPr lang="en-US" altLang="zh-CN" sz="1600" dirty="0" smtClean="0">
                <a:solidFill>
                  <a:srgbClr val="FF0000"/>
                </a:solidFill>
                <a:latin typeface="思源宋体" panose="02020700000000000000" pitchFamily="18" charset="-122"/>
                <a:ea typeface="思源宋体" panose="02020700000000000000" pitchFamily="18" charset="-122"/>
              </a:rPr>
              <a:t>key Action</a:t>
            </a:r>
            <a:r>
              <a:rPr lang="zh-CN" altLang="en-US" sz="1600" dirty="0" smtClean="0">
                <a:solidFill>
                  <a:srgbClr val="FF0000"/>
                </a:solidFill>
                <a:latin typeface="思源宋体" panose="02020700000000000000" pitchFamily="18" charset="-122"/>
                <a:ea typeface="思源宋体" panose="02020700000000000000" pitchFamily="18" charset="-122"/>
              </a:rPr>
              <a:t>后案件</a:t>
            </a:r>
            <a:r>
              <a:rPr lang="en-US" altLang="zh-CN" sz="1600" dirty="0" smtClean="0">
                <a:solidFill>
                  <a:srgbClr val="FF0000"/>
                </a:solidFill>
                <a:latin typeface="思源宋体" panose="02020700000000000000" pitchFamily="18" charset="-122"/>
                <a:ea typeface="思源宋体" panose="02020700000000000000" pitchFamily="18" charset="-122"/>
              </a:rPr>
              <a:t>show</a:t>
            </a:r>
            <a:r>
              <a:rPr lang="zh-CN" altLang="en-US" sz="1600" dirty="0" smtClean="0">
                <a:solidFill>
                  <a:srgbClr val="FF0000"/>
                </a:solidFill>
                <a:latin typeface="思源宋体" panose="02020700000000000000" pitchFamily="18" charset="-122"/>
                <a:ea typeface="思源宋体" panose="02020700000000000000" pitchFamily="18" charset="-122"/>
              </a:rPr>
              <a:t>绿色，报警五分钟刷新一次，也可</a:t>
            </a:r>
            <a:endParaRPr lang="en-US" altLang="zh-CN" sz="1600" dirty="0" smtClean="0">
              <a:solidFill>
                <a:srgbClr val="FF0000"/>
              </a:solidFill>
              <a:latin typeface="思源宋体" panose="02020700000000000000" pitchFamily="18" charset="-122"/>
              <a:ea typeface="思源宋体" panose="02020700000000000000" pitchFamily="18" charset="-122"/>
            </a:endParaRPr>
          </a:p>
          <a:p>
            <a:r>
              <a:rPr lang="zh-CN" altLang="en-US" sz="1600" dirty="0" smtClean="0">
                <a:solidFill>
                  <a:srgbClr val="FF0000"/>
                </a:solidFill>
                <a:latin typeface="思源宋体" panose="02020700000000000000" pitchFamily="18" charset="-122"/>
                <a:ea typeface="思源宋体" panose="02020700000000000000" pitchFamily="18" charset="-122"/>
              </a:rPr>
              <a:t>根据筛选框的查询功能手动刷新报警列表</a:t>
            </a:r>
          </a:p>
        </p:txBody>
      </p:sp>
      <p:sp>
        <p:nvSpPr>
          <p:cNvPr id="10" name="文本框 20">
            <a:extLst>
              <a:ext uri="{FF2B5EF4-FFF2-40B4-BE49-F238E27FC236}">
                <a16:creationId xmlns:a16="http://schemas.microsoft.com/office/drawing/2014/main" id="{94782366-33E8-F14D-3C1E-BD4F2695AEE5}"/>
              </a:ext>
            </a:extLst>
          </p:cNvPr>
          <p:cNvSpPr txBox="1">
            <a:spLocks noChangeArrowheads="1"/>
          </p:cNvSpPr>
          <p:nvPr/>
        </p:nvSpPr>
        <p:spPr bwMode="auto">
          <a:xfrm>
            <a:off x="1657421" y="323816"/>
            <a:ext cx="521720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R="0" lvl="0" indent="0" defTabSz="1219200" fontAlgn="auto">
              <a:lnSpc>
                <a:spcPct val="100000"/>
              </a:lnSpc>
              <a:spcBef>
                <a:spcPct val="0"/>
              </a:spcBef>
              <a:spcAft>
                <a:spcPts val="0"/>
              </a:spcAft>
              <a:buClrTx/>
              <a:buSzTx/>
              <a:buFont typeface="思源宋体 CN Heavy" panose="02020900000000000000" pitchFamily="18" charset="-122"/>
              <a:buNone/>
              <a:tabLst/>
              <a:defRPr kumimoji="0" sz="2800" b="1" i="0" u="none" strike="noStrike" kern="0" cap="none" spc="0" normalizeH="0" baseline="0">
                <a:ln>
                  <a:noFill/>
                </a:ln>
                <a:solidFill>
                  <a:prstClr val="black">
                    <a:lumMod val="75000"/>
                    <a:lumOff val="25000"/>
                  </a:prstClr>
                </a:solidFill>
                <a:effectLst/>
                <a:uLnTx/>
                <a:uFillTx/>
                <a:latin typeface="Arial"/>
                <a:ea typeface="微软雅黑"/>
                <a:cs typeface="思源宋体 CN Heavy" panose="02020900000000000000" pitchFamily="18" charset="-122"/>
              </a:defRPr>
            </a:lvl1pPr>
            <a:lvl2pPr marL="742950" indent="-285750">
              <a:lnSpc>
                <a:spcPct val="90000"/>
              </a:lnSpc>
              <a:spcBef>
                <a:spcPts val="500"/>
              </a:spcBef>
              <a:buFont typeface="Arial" panose="020B0604020202020204" pitchFamily="34" charset="0"/>
              <a:buChar char="•"/>
              <a:defRPr sz="2400">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r>
              <a:rPr lang="zh-CN" altLang="zh-CN" sz="2400" dirty="0">
                <a:latin typeface="思源宋体" panose="02020700000000000000" pitchFamily="18" charset="-122"/>
                <a:ea typeface="思源宋体" panose="02020700000000000000" pitchFamily="18" charset="-122"/>
              </a:rPr>
              <a:t>小铃铛的相关信息的操作、</a:t>
            </a:r>
            <a:r>
              <a:rPr lang="zh-CN" altLang="zh-CN" sz="2400" dirty="0" smtClean="0">
                <a:latin typeface="思源宋体" panose="02020700000000000000" pitchFamily="18" charset="-122"/>
                <a:ea typeface="思源宋体" panose="02020700000000000000" pitchFamily="18" charset="-122"/>
              </a:rPr>
              <a:t>设定</a:t>
            </a:r>
            <a:endParaRPr lang="zh-CN" altLang="en-US" sz="2400" dirty="0">
              <a:solidFill>
                <a:schemeClr val="bg2"/>
              </a:solidFill>
              <a:latin typeface="思源宋体" panose="02020700000000000000" pitchFamily="18" charset="-122"/>
              <a:ea typeface="思源宋体" panose="02020700000000000000" pitchFamily="18" charset="-122"/>
            </a:endParaRPr>
          </a:p>
        </p:txBody>
      </p:sp>
    </p:spTree>
    <p:extLst>
      <p:ext uri="{BB962C8B-B14F-4D97-AF65-F5344CB8AC3E}">
        <p14:creationId xmlns:p14="http://schemas.microsoft.com/office/powerpoint/2010/main" val="28952306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文本框 20">
            <a:extLst>
              <a:ext uri="{FF2B5EF4-FFF2-40B4-BE49-F238E27FC236}">
                <a16:creationId xmlns:a16="http://schemas.microsoft.com/office/drawing/2014/main" id="{94782366-33E8-F14D-3C1E-BD4F2695AEE5}"/>
              </a:ext>
            </a:extLst>
          </p:cNvPr>
          <p:cNvSpPr txBox="1">
            <a:spLocks noChangeArrowheads="1"/>
          </p:cNvSpPr>
          <p:nvPr/>
        </p:nvSpPr>
        <p:spPr bwMode="auto">
          <a:xfrm>
            <a:off x="622352" y="329938"/>
            <a:ext cx="67443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R="0" lvl="0" indent="0" defTabSz="1219200" fontAlgn="auto">
              <a:lnSpc>
                <a:spcPct val="100000"/>
              </a:lnSpc>
              <a:spcBef>
                <a:spcPct val="0"/>
              </a:spcBef>
              <a:spcAft>
                <a:spcPts val="0"/>
              </a:spcAft>
              <a:buClrTx/>
              <a:buSzTx/>
              <a:buFont typeface="思源宋体 CN Heavy" panose="02020900000000000000" pitchFamily="18" charset="-122"/>
              <a:buNone/>
              <a:tabLst/>
              <a:defRPr kumimoji="0" sz="2800" b="1" i="0" u="none" strike="noStrike" kern="0" cap="none" spc="0" normalizeH="0" baseline="0">
                <a:ln>
                  <a:noFill/>
                </a:ln>
                <a:solidFill>
                  <a:prstClr val="black">
                    <a:lumMod val="75000"/>
                    <a:lumOff val="25000"/>
                  </a:prstClr>
                </a:solidFill>
                <a:effectLst/>
                <a:uLnTx/>
                <a:uFillTx/>
                <a:latin typeface="Arial"/>
                <a:ea typeface="微软雅黑"/>
                <a:cs typeface="思源宋体 CN Heavy" panose="02020900000000000000" pitchFamily="18" charset="-122"/>
              </a:defRPr>
            </a:lvl1pPr>
            <a:lvl2pPr marL="742950" indent="-285750">
              <a:lnSpc>
                <a:spcPct val="90000"/>
              </a:lnSpc>
              <a:spcBef>
                <a:spcPts val="500"/>
              </a:spcBef>
              <a:buFont typeface="Arial" panose="020B0604020202020204" pitchFamily="34" charset="0"/>
              <a:buChar char="•"/>
              <a:defRPr sz="2400">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pPr algn="ctr"/>
            <a:r>
              <a:rPr lang="en-US" altLang="zh-CN" sz="2400" dirty="0" smtClean="0">
                <a:solidFill>
                  <a:schemeClr val="bg1"/>
                </a:solidFill>
                <a:latin typeface="思源黑体" panose="020B0800000000000000" pitchFamily="34" charset="-122"/>
                <a:ea typeface="思源黑体" panose="020B0800000000000000" pitchFamily="34" charset="-122"/>
                <a:sym typeface="Arial"/>
              </a:rPr>
              <a:t>07</a:t>
            </a:r>
            <a:endParaRPr lang="zh-CN" altLang="en-US" sz="2400" dirty="0">
              <a:solidFill>
                <a:schemeClr val="bg1"/>
              </a:solidFill>
              <a:latin typeface="思源黑体" panose="020B0800000000000000" pitchFamily="34" charset="-122"/>
              <a:ea typeface="思源黑体" panose="020B0800000000000000" pitchFamily="34" charset="-122"/>
              <a:sym typeface="Arial"/>
            </a:endParaRPr>
          </a:p>
        </p:txBody>
      </p:sp>
      <p:pic>
        <p:nvPicPr>
          <p:cNvPr id="2" name="图片 1"/>
          <p:cNvPicPr>
            <a:picLocks noChangeAspect="1"/>
          </p:cNvPicPr>
          <p:nvPr/>
        </p:nvPicPr>
        <p:blipFill>
          <a:blip r:embed="rId2"/>
          <a:stretch>
            <a:fillRect/>
          </a:stretch>
        </p:blipFill>
        <p:spPr>
          <a:xfrm>
            <a:off x="304112" y="827073"/>
            <a:ext cx="9656455" cy="6030927"/>
          </a:xfrm>
          <a:prstGeom prst="rect">
            <a:avLst/>
          </a:prstGeom>
        </p:spPr>
      </p:pic>
      <p:sp>
        <p:nvSpPr>
          <p:cNvPr id="6" name="圆角矩形 5"/>
          <p:cNvSpPr/>
          <p:nvPr/>
        </p:nvSpPr>
        <p:spPr>
          <a:xfrm>
            <a:off x="3419918" y="1853739"/>
            <a:ext cx="2149610" cy="436101"/>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sz="1400" dirty="0" smtClean="0">
                <a:latin typeface="思源黑体" panose="020B0800000000000000" pitchFamily="34" charset="-122"/>
                <a:ea typeface="思源黑体" panose="020B0800000000000000" pitchFamily="34" charset="-122"/>
              </a:rPr>
              <a:t>1</a:t>
            </a:r>
            <a:r>
              <a:rPr lang="zh-CN" altLang="en-US" sz="1400" dirty="0" smtClean="0">
                <a:latin typeface="思源黑体" panose="020B0800000000000000" pitchFamily="34" charset="-122"/>
                <a:ea typeface="思源黑体" panose="020B0800000000000000" pitchFamily="34" charset="-122"/>
              </a:rPr>
              <a:t>、点击报警，展示详情</a:t>
            </a:r>
            <a:endParaRPr lang="en-US" altLang="zh-CN" sz="1400" dirty="0" smtClean="0">
              <a:latin typeface="思源黑体" panose="020B0800000000000000" pitchFamily="34" charset="-122"/>
              <a:ea typeface="思源黑体" panose="020B0800000000000000" pitchFamily="34" charset="-122"/>
            </a:endParaRPr>
          </a:p>
        </p:txBody>
      </p:sp>
      <p:sp>
        <p:nvSpPr>
          <p:cNvPr id="7" name="圆角矩形 6"/>
          <p:cNvSpPr/>
          <p:nvPr/>
        </p:nvSpPr>
        <p:spPr>
          <a:xfrm>
            <a:off x="5966383" y="2854038"/>
            <a:ext cx="1706264" cy="263236"/>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sz="1400" dirty="0">
                <a:latin typeface="思源黑体" panose="020B0800000000000000" pitchFamily="34" charset="-122"/>
                <a:ea typeface="思源黑体" panose="020B0800000000000000" pitchFamily="34" charset="-122"/>
              </a:rPr>
              <a:t>2</a:t>
            </a:r>
            <a:r>
              <a:rPr lang="zh-CN" altLang="en-US" sz="1400" dirty="0" smtClean="0">
                <a:latin typeface="思源黑体" panose="020B0800000000000000" pitchFamily="34" charset="-122"/>
                <a:ea typeface="思源黑体" panose="020B0800000000000000" pitchFamily="34" charset="-122"/>
              </a:rPr>
              <a:t>、详情弹窗</a:t>
            </a:r>
            <a:endParaRPr lang="en-US" altLang="zh-CN" sz="1400" dirty="0" smtClean="0">
              <a:latin typeface="思源黑体" panose="020B0800000000000000" pitchFamily="34" charset="-122"/>
              <a:ea typeface="思源黑体" panose="020B0800000000000000" pitchFamily="34" charset="-122"/>
            </a:endParaRPr>
          </a:p>
        </p:txBody>
      </p:sp>
      <p:sp>
        <p:nvSpPr>
          <p:cNvPr id="8" name="圆角矩形 7"/>
          <p:cNvSpPr/>
          <p:nvPr/>
        </p:nvSpPr>
        <p:spPr>
          <a:xfrm>
            <a:off x="1745673" y="4580313"/>
            <a:ext cx="2291542" cy="649462"/>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sz="1400" dirty="0" smtClean="0">
                <a:latin typeface="思源黑体" panose="020B0800000000000000" pitchFamily="34" charset="-122"/>
                <a:ea typeface="思源黑体" panose="020B0800000000000000" pitchFamily="34" charset="-122"/>
              </a:rPr>
              <a:t>3</a:t>
            </a:r>
            <a:r>
              <a:rPr lang="zh-CN" altLang="en-US" sz="1400" dirty="0" smtClean="0">
                <a:latin typeface="思源黑体" panose="020B0800000000000000" pitchFamily="34" charset="-122"/>
                <a:ea typeface="思源黑体" panose="020B0800000000000000" pitchFamily="34" charset="-122"/>
              </a:rPr>
              <a:t>、确认报警，点击此确认按钮，不是转单课别后面的按钮</a:t>
            </a:r>
            <a:endParaRPr lang="en-US" altLang="zh-CN" sz="1400" dirty="0" smtClean="0">
              <a:latin typeface="思源黑体" panose="020B0800000000000000" pitchFamily="34" charset="-122"/>
              <a:ea typeface="思源黑体" panose="020B0800000000000000" pitchFamily="34" charset="-122"/>
            </a:endParaRPr>
          </a:p>
        </p:txBody>
      </p:sp>
      <p:sp>
        <p:nvSpPr>
          <p:cNvPr id="9" name="圆角矩形 8"/>
          <p:cNvSpPr/>
          <p:nvPr/>
        </p:nvSpPr>
        <p:spPr>
          <a:xfrm>
            <a:off x="5777345" y="4372495"/>
            <a:ext cx="2255520" cy="648928"/>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sz="1400" dirty="0">
                <a:latin typeface="思源黑体" panose="020B0800000000000000" pitchFamily="34" charset="-122"/>
                <a:ea typeface="思源黑体" panose="020B0800000000000000" pitchFamily="34" charset="-122"/>
              </a:rPr>
              <a:t>4</a:t>
            </a:r>
            <a:r>
              <a:rPr lang="zh-CN" altLang="en-US" sz="1400" dirty="0" smtClean="0">
                <a:latin typeface="思源黑体" panose="020B0800000000000000" pitchFamily="34" charset="-122"/>
                <a:ea typeface="思源黑体" panose="020B0800000000000000" pitchFamily="34" charset="-122"/>
              </a:rPr>
              <a:t>、如发现不是本课别的报警通过“转单课别”转给对应生产课</a:t>
            </a:r>
            <a:endParaRPr lang="en-US" altLang="zh-CN" sz="1400" dirty="0" smtClean="0">
              <a:latin typeface="思源黑体" panose="020B0800000000000000" pitchFamily="34" charset="-122"/>
              <a:ea typeface="思源黑体" panose="020B0800000000000000" pitchFamily="34" charset="-122"/>
            </a:endParaRPr>
          </a:p>
        </p:txBody>
      </p:sp>
      <p:sp>
        <p:nvSpPr>
          <p:cNvPr id="3" name="文本框 2"/>
          <p:cNvSpPr txBox="1"/>
          <p:nvPr/>
        </p:nvSpPr>
        <p:spPr>
          <a:xfrm>
            <a:off x="5840815" y="5288340"/>
            <a:ext cx="5314275" cy="1569660"/>
          </a:xfrm>
          <a:prstGeom prst="rect">
            <a:avLst/>
          </a:prstGeom>
          <a:noFill/>
        </p:spPr>
        <p:txBody>
          <a:bodyPr wrap="none" rtlCol="0">
            <a:spAutoFit/>
          </a:bodyPr>
          <a:lstStyle/>
          <a:p>
            <a:r>
              <a:rPr lang="en-US" altLang="zh-CN" sz="1600" dirty="0">
                <a:solidFill>
                  <a:srgbClr val="FF0000"/>
                </a:solidFill>
                <a:latin typeface="思源宋体" panose="02020700000000000000" pitchFamily="18" charset="-122"/>
                <a:ea typeface="思源宋体" panose="02020700000000000000" pitchFamily="18" charset="-122"/>
              </a:rPr>
              <a:t>Remark</a:t>
            </a:r>
            <a:r>
              <a:rPr lang="zh-CN" altLang="en-US" sz="1600" dirty="0" smtClean="0">
                <a:solidFill>
                  <a:srgbClr val="FF0000"/>
                </a:solidFill>
                <a:latin typeface="思源宋体" panose="02020700000000000000" pitchFamily="18" charset="-122"/>
                <a:ea typeface="思源宋体" panose="02020700000000000000" pitchFamily="18" charset="-122"/>
              </a:rPr>
              <a:t>：</a:t>
            </a:r>
            <a:endParaRPr lang="en-US" altLang="zh-CN" sz="1600" dirty="0" smtClean="0">
              <a:solidFill>
                <a:srgbClr val="FF0000"/>
              </a:solidFill>
              <a:latin typeface="思源宋体" panose="02020700000000000000" pitchFamily="18" charset="-122"/>
              <a:ea typeface="思源宋体" panose="02020700000000000000" pitchFamily="18" charset="-122"/>
            </a:endParaRPr>
          </a:p>
          <a:p>
            <a:r>
              <a:rPr lang="en-US" altLang="zh-CN" sz="1600" dirty="0" smtClean="0">
                <a:solidFill>
                  <a:srgbClr val="FF0000"/>
                </a:solidFill>
                <a:latin typeface="思源宋体" panose="02020700000000000000" pitchFamily="18" charset="-122"/>
                <a:ea typeface="思源宋体" panose="02020700000000000000" pitchFamily="18" charset="-122"/>
              </a:rPr>
              <a:t>1</a:t>
            </a:r>
            <a:r>
              <a:rPr lang="zh-CN" altLang="en-US" sz="1600" dirty="0" smtClean="0">
                <a:solidFill>
                  <a:srgbClr val="FF0000"/>
                </a:solidFill>
                <a:latin typeface="思源宋体" panose="02020700000000000000" pitchFamily="18" charset="-122"/>
                <a:ea typeface="思源宋体" panose="02020700000000000000" pitchFamily="18" charset="-122"/>
              </a:rPr>
              <a:t>、转单课别只适用于转给其他生产课，而非自己</a:t>
            </a:r>
            <a:endParaRPr lang="en-US" altLang="zh-CN" sz="1600" dirty="0" smtClean="0">
              <a:solidFill>
                <a:srgbClr val="FF0000"/>
              </a:solidFill>
              <a:latin typeface="思源宋体" panose="02020700000000000000" pitchFamily="18" charset="-122"/>
              <a:ea typeface="思源宋体" panose="02020700000000000000" pitchFamily="18" charset="-122"/>
            </a:endParaRPr>
          </a:p>
          <a:p>
            <a:r>
              <a:rPr lang="zh-CN" altLang="en-US" sz="1600" dirty="0" smtClean="0">
                <a:solidFill>
                  <a:srgbClr val="FF0000"/>
                </a:solidFill>
                <a:latin typeface="思源宋体" panose="02020700000000000000" pitchFamily="18" charset="-122"/>
                <a:ea typeface="思源宋体" panose="02020700000000000000" pitchFamily="18" charset="-122"/>
              </a:rPr>
              <a:t>本课别，发起转单后，确认人和确认时间置空，报警创建</a:t>
            </a:r>
            <a:endParaRPr lang="en-US" altLang="zh-CN" sz="1600" dirty="0" smtClean="0">
              <a:solidFill>
                <a:srgbClr val="FF0000"/>
              </a:solidFill>
              <a:latin typeface="思源宋体" panose="02020700000000000000" pitchFamily="18" charset="-122"/>
              <a:ea typeface="思源宋体" panose="02020700000000000000" pitchFamily="18" charset="-122"/>
            </a:endParaRPr>
          </a:p>
          <a:p>
            <a:r>
              <a:rPr lang="zh-CN" altLang="en-US" sz="1600" dirty="0" smtClean="0">
                <a:solidFill>
                  <a:srgbClr val="FF0000"/>
                </a:solidFill>
                <a:latin typeface="思源宋体" panose="02020700000000000000" pitchFamily="18" charset="-122"/>
                <a:ea typeface="思源宋体" panose="02020700000000000000" pitchFamily="18" charset="-122"/>
              </a:rPr>
              <a:t>时间不变，所以请勿随意转单给自己课，影响报警确认率</a:t>
            </a:r>
            <a:endParaRPr lang="en-US" altLang="zh-CN" sz="1600" dirty="0" smtClean="0">
              <a:solidFill>
                <a:srgbClr val="FF0000"/>
              </a:solidFill>
              <a:latin typeface="思源宋体" panose="02020700000000000000" pitchFamily="18" charset="-122"/>
              <a:ea typeface="思源宋体" panose="02020700000000000000" pitchFamily="18" charset="-122"/>
            </a:endParaRPr>
          </a:p>
          <a:p>
            <a:r>
              <a:rPr lang="en-US" altLang="zh-CN" sz="1600" dirty="0" smtClean="0">
                <a:solidFill>
                  <a:srgbClr val="FF0000"/>
                </a:solidFill>
                <a:latin typeface="思源宋体" panose="02020700000000000000" pitchFamily="18" charset="-122"/>
                <a:ea typeface="思源宋体" panose="02020700000000000000" pitchFamily="18" charset="-122"/>
              </a:rPr>
              <a:t>2</a:t>
            </a:r>
            <a:r>
              <a:rPr lang="zh-CN" altLang="en-US" sz="1600" dirty="0" smtClean="0">
                <a:solidFill>
                  <a:srgbClr val="FF0000"/>
                </a:solidFill>
                <a:latin typeface="思源宋体" panose="02020700000000000000" pitchFamily="18" charset="-122"/>
                <a:ea typeface="思源宋体" panose="02020700000000000000" pitchFamily="18" charset="-122"/>
              </a:rPr>
              <a:t>、制造讯息中心网页确认率是统计确认时间所占比率，</a:t>
            </a:r>
            <a:endParaRPr lang="en-US" altLang="zh-CN" sz="1600" dirty="0" smtClean="0">
              <a:solidFill>
                <a:srgbClr val="FF0000"/>
              </a:solidFill>
              <a:latin typeface="思源宋体" panose="02020700000000000000" pitchFamily="18" charset="-122"/>
              <a:ea typeface="思源宋体" panose="02020700000000000000" pitchFamily="18" charset="-122"/>
            </a:endParaRPr>
          </a:p>
          <a:p>
            <a:r>
              <a:rPr lang="zh-CN" altLang="en-US" sz="1600" dirty="0" smtClean="0">
                <a:solidFill>
                  <a:srgbClr val="FF0000"/>
                </a:solidFill>
                <a:latin typeface="思源宋体" panose="02020700000000000000" pitchFamily="18" charset="-122"/>
                <a:ea typeface="思源宋体" panose="02020700000000000000" pitchFamily="18" charset="-122"/>
              </a:rPr>
              <a:t>案件完结率是案件结束所占比率</a:t>
            </a:r>
          </a:p>
        </p:txBody>
      </p:sp>
      <p:sp>
        <p:nvSpPr>
          <p:cNvPr id="10" name="圆角矩形 9"/>
          <p:cNvSpPr/>
          <p:nvPr/>
        </p:nvSpPr>
        <p:spPr>
          <a:xfrm>
            <a:off x="1581148" y="904305"/>
            <a:ext cx="3161768" cy="436101"/>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sz="1400" dirty="0">
                <a:latin typeface="思源黑体" panose="020B0800000000000000" pitchFamily="34" charset="-122"/>
                <a:ea typeface="思源黑体" panose="020B0800000000000000" pitchFamily="34" charset="-122"/>
              </a:rPr>
              <a:t>5</a:t>
            </a:r>
            <a:r>
              <a:rPr lang="zh-CN" altLang="en-US" sz="1400" dirty="0" smtClean="0">
                <a:latin typeface="思源黑体" panose="020B0800000000000000" pitchFamily="34" charset="-122"/>
                <a:ea typeface="思源黑体" panose="020B0800000000000000" pitchFamily="34" charset="-122"/>
              </a:rPr>
              <a:t>、此处根据状态和类型筛选案件</a:t>
            </a:r>
            <a:endParaRPr lang="en-US" altLang="zh-CN" sz="1400" dirty="0" smtClean="0">
              <a:latin typeface="思源黑体" panose="020B0800000000000000" pitchFamily="34" charset="-122"/>
              <a:ea typeface="思源黑体" panose="020B0800000000000000" pitchFamily="34" charset="-122"/>
            </a:endParaRPr>
          </a:p>
        </p:txBody>
      </p:sp>
      <p:sp>
        <p:nvSpPr>
          <p:cNvPr id="4" name="矩形 3"/>
          <p:cNvSpPr/>
          <p:nvPr/>
        </p:nvSpPr>
        <p:spPr>
          <a:xfrm>
            <a:off x="3582785" y="4272742"/>
            <a:ext cx="581891" cy="30757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5669280" y="3998422"/>
            <a:ext cx="532015" cy="37407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直接箭头连接符 13"/>
          <p:cNvCxnSpPr/>
          <p:nvPr/>
        </p:nvCxnSpPr>
        <p:spPr>
          <a:xfrm>
            <a:off x="8039384" y="4689763"/>
            <a:ext cx="1356895" cy="7196"/>
          </a:xfrm>
          <a:prstGeom prst="straightConnector1">
            <a:avLst/>
          </a:prstGeom>
          <a:ln w="38100">
            <a:solidFill>
              <a:srgbClr val="FF0000"/>
            </a:solidFill>
            <a:tailEnd type="triangle"/>
          </a:ln>
        </p:spPr>
        <p:style>
          <a:lnRef idx="3">
            <a:schemeClr val="accent2"/>
          </a:lnRef>
          <a:fillRef idx="0">
            <a:schemeClr val="accent2"/>
          </a:fillRef>
          <a:effectRef idx="2">
            <a:schemeClr val="accent2"/>
          </a:effectRef>
          <a:fontRef idx="minor">
            <a:schemeClr val="tx1"/>
          </a:fontRef>
        </p:style>
      </p:cxnSp>
      <p:sp>
        <p:nvSpPr>
          <p:cNvPr id="15" name="文本框 20">
            <a:extLst>
              <a:ext uri="{FF2B5EF4-FFF2-40B4-BE49-F238E27FC236}">
                <a16:creationId xmlns:a16="http://schemas.microsoft.com/office/drawing/2014/main" id="{94782366-33E8-F14D-3C1E-BD4F2695AEE5}"/>
              </a:ext>
            </a:extLst>
          </p:cNvPr>
          <p:cNvSpPr txBox="1">
            <a:spLocks noChangeArrowheads="1"/>
          </p:cNvSpPr>
          <p:nvPr/>
        </p:nvSpPr>
        <p:spPr bwMode="auto">
          <a:xfrm>
            <a:off x="1657421" y="323816"/>
            <a:ext cx="521720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R="0" lvl="0" indent="0" defTabSz="1219200" fontAlgn="auto">
              <a:lnSpc>
                <a:spcPct val="100000"/>
              </a:lnSpc>
              <a:spcBef>
                <a:spcPct val="0"/>
              </a:spcBef>
              <a:spcAft>
                <a:spcPts val="0"/>
              </a:spcAft>
              <a:buClrTx/>
              <a:buSzTx/>
              <a:buFont typeface="思源宋体 CN Heavy" panose="02020900000000000000" pitchFamily="18" charset="-122"/>
              <a:buNone/>
              <a:tabLst/>
              <a:defRPr kumimoji="0" sz="2800" b="1" i="0" u="none" strike="noStrike" kern="0" cap="none" spc="0" normalizeH="0" baseline="0">
                <a:ln>
                  <a:noFill/>
                </a:ln>
                <a:solidFill>
                  <a:prstClr val="black">
                    <a:lumMod val="75000"/>
                    <a:lumOff val="25000"/>
                  </a:prstClr>
                </a:solidFill>
                <a:effectLst/>
                <a:uLnTx/>
                <a:uFillTx/>
                <a:latin typeface="Arial"/>
                <a:ea typeface="微软雅黑"/>
                <a:cs typeface="思源宋体 CN Heavy" panose="02020900000000000000" pitchFamily="18" charset="-122"/>
              </a:defRPr>
            </a:lvl1pPr>
            <a:lvl2pPr marL="742950" indent="-285750">
              <a:lnSpc>
                <a:spcPct val="90000"/>
              </a:lnSpc>
              <a:spcBef>
                <a:spcPts val="500"/>
              </a:spcBef>
              <a:buFont typeface="Arial" panose="020B0604020202020204" pitchFamily="34" charset="0"/>
              <a:buChar char="•"/>
              <a:defRPr sz="2400">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r>
              <a:rPr lang="zh-CN" altLang="zh-CN" sz="2400" dirty="0">
                <a:latin typeface="思源宋体" panose="02020700000000000000" pitchFamily="18" charset="-122"/>
                <a:ea typeface="思源宋体" panose="02020700000000000000" pitchFamily="18" charset="-122"/>
              </a:rPr>
              <a:t>小铃铛的相关信息的操作、</a:t>
            </a:r>
            <a:r>
              <a:rPr lang="zh-CN" altLang="zh-CN" sz="2400" dirty="0" smtClean="0">
                <a:latin typeface="思源宋体" panose="02020700000000000000" pitchFamily="18" charset="-122"/>
                <a:ea typeface="思源宋体" panose="02020700000000000000" pitchFamily="18" charset="-122"/>
              </a:rPr>
              <a:t>设定</a:t>
            </a:r>
            <a:endParaRPr lang="zh-CN" altLang="en-US" sz="2400" dirty="0">
              <a:solidFill>
                <a:schemeClr val="bg2"/>
              </a:solidFill>
              <a:latin typeface="思源宋体" panose="02020700000000000000" pitchFamily="18" charset="-122"/>
              <a:ea typeface="思源宋体" panose="02020700000000000000" pitchFamily="18" charset="-122"/>
            </a:endParaRPr>
          </a:p>
        </p:txBody>
      </p:sp>
      <p:sp>
        <p:nvSpPr>
          <p:cNvPr id="16" name="圆角矩形 15"/>
          <p:cNvSpPr/>
          <p:nvPr/>
        </p:nvSpPr>
        <p:spPr>
          <a:xfrm>
            <a:off x="9645534" y="4339244"/>
            <a:ext cx="2255520" cy="82296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sz="1400" dirty="0" smtClean="0">
                <a:latin typeface="思源黑体" panose="020B0800000000000000" pitchFamily="34" charset="-122"/>
                <a:ea typeface="思源黑体" panose="020B0800000000000000" pitchFamily="34" charset="-122"/>
              </a:rPr>
              <a:t>A12</a:t>
            </a:r>
            <a:r>
              <a:rPr lang="zh-CN" altLang="en-US" sz="1400" dirty="0" smtClean="0">
                <a:latin typeface="思源黑体" panose="020B0800000000000000" pitchFamily="34" charset="-122"/>
                <a:ea typeface="思源黑体" panose="020B0800000000000000" pitchFamily="34" charset="-122"/>
              </a:rPr>
              <a:t>暂时不具备转单功能，如发现不是本课别的报警，请反馈给主任，主任反馈给</a:t>
            </a:r>
            <a:r>
              <a:rPr lang="en-US" altLang="zh-CN" sz="1400" dirty="0" smtClean="0">
                <a:latin typeface="思源黑体" panose="020B0800000000000000" pitchFamily="34" charset="-122"/>
                <a:ea typeface="思源黑体" panose="020B0800000000000000" pitchFamily="34" charset="-122"/>
              </a:rPr>
              <a:t>Reporting</a:t>
            </a:r>
          </a:p>
        </p:txBody>
      </p:sp>
    </p:spTree>
    <p:extLst>
      <p:ext uri="{BB962C8B-B14F-4D97-AF65-F5344CB8AC3E}">
        <p14:creationId xmlns:p14="http://schemas.microsoft.com/office/powerpoint/2010/main" val="2584338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247027" y="2601032"/>
            <a:ext cx="6556305" cy="3843013"/>
          </a:xfrm>
          <a:prstGeom prst="rect">
            <a:avLst/>
          </a:prstGeom>
        </p:spPr>
      </p:pic>
      <p:pic>
        <p:nvPicPr>
          <p:cNvPr id="10" name="图片 9"/>
          <p:cNvPicPr>
            <a:picLocks noChangeAspect="1"/>
          </p:cNvPicPr>
          <p:nvPr/>
        </p:nvPicPr>
        <p:blipFill>
          <a:blip r:embed="rId3"/>
          <a:stretch>
            <a:fillRect/>
          </a:stretch>
        </p:blipFill>
        <p:spPr>
          <a:xfrm>
            <a:off x="5507515" y="3293288"/>
            <a:ext cx="6684485" cy="3553948"/>
          </a:xfrm>
          <a:prstGeom prst="rect">
            <a:avLst/>
          </a:prstGeom>
        </p:spPr>
      </p:pic>
      <p:sp>
        <p:nvSpPr>
          <p:cNvPr id="53" name="文本框 20">
            <a:extLst>
              <a:ext uri="{FF2B5EF4-FFF2-40B4-BE49-F238E27FC236}">
                <a16:creationId xmlns:a16="http://schemas.microsoft.com/office/drawing/2014/main" id="{94782366-33E8-F14D-3C1E-BD4F2695AEE5}"/>
              </a:ext>
            </a:extLst>
          </p:cNvPr>
          <p:cNvSpPr txBox="1">
            <a:spLocks noChangeArrowheads="1"/>
          </p:cNvSpPr>
          <p:nvPr/>
        </p:nvSpPr>
        <p:spPr bwMode="auto">
          <a:xfrm>
            <a:off x="622352" y="329938"/>
            <a:ext cx="67443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R="0" lvl="0" indent="0" defTabSz="1219200" fontAlgn="auto">
              <a:lnSpc>
                <a:spcPct val="100000"/>
              </a:lnSpc>
              <a:spcBef>
                <a:spcPct val="0"/>
              </a:spcBef>
              <a:spcAft>
                <a:spcPts val="0"/>
              </a:spcAft>
              <a:buClrTx/>
              <a:buSzTx/>
              <a:buFont typeface="思源宋体 CN Heavy" panose="02020900000000000000" pitchFamily="18" charset="-122"/>
              <a:buNone/>
              <a:tabLst/>
              <a:defRPr kumimoji="0" sz="2800" b="1" i="0" u="none" strike="noStrike" kern="0" cap="none" spc="0" normalizeH="0" baseline="0">
                <a:ln>
                  <a:noFill/>
                </a:ln>
                <a:solidFill>
                  <a:prstClr val="black">
                    <a:lumMod val="75000"/>
                    <a:lumOff val="25000"/>
                  </a:prstClr>
                </a:solidFill>
                <a:effectLst/>
                <a:uLnTx/>
                <a:uFillTx/>
                <a:latin typeface="Arial"/>
                <a:ea typeface="微软雅黑"/>
                <a:cs typeface="思源宋体 CN Heavy" panose="02020900000000000000" pitchFamily="18" charset="-122"/>
              </a:defRPr>
            </a:lvl1pPr>
            <a:lvl2pPr marL="742950" indent="-285750">
              <a:lnSpc>
                <a:spcPct val="90000"/>
              </a:lnSpc>
              <a:spcBef>
                <a:spcPts val="500"/>
              </a:spcBef>
              <a:buFont typeface="Arial" panose="020B0604020202020204" pitchFamily="34" charset="0"/>
              <a:buChar char="•"/>
              <a:defRPr sz="2400">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pPr algn="ctr"/>
            <a:r>
              <a:rPr lang="en-US" altLang="zh-CN" sz="2400" dirty="0" smtClean="0">
                <a:solidFill>
                  <a:schemeClr val="bg1"/>
                </a:solidFill>
                <a:latin typeface="思源黑体" panose="020B0800000000000000" pitchFamily="34" charset="-122"/>
                <a:ea typeface="思源黑体" panose="020B0800000000000000" pitchFamily="34" charset="-122"/>
                <a:sym typeface="Arial"/>
              </a:rPr>
              <a:t>08</a:t>
            </a:r>
            <a:endParaRPr lang="zh-CN" altLang="en-US" sz="2400" dirty="0">
              <a:solidFill>
                <a:schemeClr val="bg1"/>
              </a:solidFill>
              <a:latin typeface="思源黑体" panose="020B0800000000000000" pitchFamily="34" charset="-122"/>
              <a:ea typeface="思源黑体" panose="020B0800000000000000" pitchFamily="34" charset="-122"/>
              <a:sym typeface="Arial"/>
            </a:endParaRPr>
          </a:p>
        </p:txBody>
      </p:sp>
      <p:sp>
        <p:nvSpPr>
          <p:cNvPr id="5" name="动作按钮: 第一张 4">
            <a:hlinkClick r:id="rId4" action="ppaction://hlinksldjump" highlightClick="1"/>
          </p:cNvPr>
          <p:cNvSpPr/>
          <p:nvPr/>
        </p:nvSpPr>
        <p:spPr bwMode="auto">
          <a:xfrm>
            <a:off x="11664951" y="6344292"/>
            <a:ext cx="414000" cy="415498"/>
          </a:xfrm>
          <a:prstGeom prst="actionButtonHome">
            <a:avLst/>
          </a:prstGeom>
          <a:solidFill>
            <a:srgbClr val="4F80C9"/>
          </a:solidFill>
          <a:ln>
            <a:noFill/>
          </a:ln>
          <a:extLst/>
        </p:spPr>
        <p:txBody>
          <a:bodyPr wrap="square" anchor="ctr">
            <a:spAutoFit/>
          </a:bodyPr>
          <a:lstStyle/>
          <a:p>
            <a:pPr marL="285743" indent="-285743" algn="ctr">
              <a:lnSpc>
                <a:spcPct val="200000"/>
              </a:lnSpc>
              <a:buBlip>
                <a:blip r:embed="rId5"/>
              </a:buBlip>
              <a:defRPr/>
            </a:pPr>
            <a:endParaRPr lang="zh-CN" altLang="en-US" sz="1050" b="1" dirty="0">
              <a:solidFill>
                <a:srgbClr val="0000FF"/>
              </a:solidFill>
              <a:latin typeface="思源黑体" panose="020B0800000000000000" pitchFamily="34" charset="-122"/>
              <a:ea typeface="思源黑体" panose="020B0800000000000000" pitchFamily="34" charset="-122"/>
              <a:cs typeface="Arial" pitchFamily="34" charset="0"/>
              <a:sym typeface="Wingdings" pitchFamily="2" charset="2"/>
            </a:endParaRPr>
          </a:p>
        </p:txBody>
      </p:sp>
      <p:sp>
        <p:nvSpPr>
          <p:cNvPr id="4" name="文本框 20">
            <a:extLst>
              <a:ext uri="{FF2B5EF4-FFF2-40B4-BE49-F238E27FC236}">
                <a16:creationId xmlns:a16="http://schemas.microsoft.com/office/drawing/2014/main" id="{94782366-33E8-F14D-3C1E-BD4F2695AEE5}"/>
              </a:ext>
            </a:extLst>
          </p:cNvPr>
          <p:cNvSpPr txBox="1">
            <a:spLocks noChangeArrowheads="1"/>
          </p:cNvSpPr>
          <p:nvPr/>
        </p:nvSpPr>
        <p:spPr bwMode="auto">
          <a:xfrm>
            <a:off x="247027" y="684033"/>
            <a:ext cx="1000256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R="0" lvl="0" indent="0" defTabSz="1219200" fontAlgn="auto">
              <a:lnSpc>
                <a:spcPct val="100000"/>
              </a:lnSpc>
              <a:spcBef>
                <a:spcPct val="0"/>
              </a:spcBef>
              <a:spcAft>
                <a:spcPts val="0"/>
              </a:spcAft>
              <a:buClrTx/>
              <a:buSzTx/>
              <a:buFont typeface="思源宋体 CN Heavy" panose="02020900000000000000" pitchFamily="18" charset="-122"/>
              <a:buNone/>
              <a:tabLst/>
              <a:defRPr kumimoji="0" sz="2800" b="1" i="0" u="none" strike="noStrike" kern="0" cap="none" spc="0" normalizeH="0" baseline="0">
                <a:ln>
                  <a:noFill/>
                </a:ln>
                <a:solidFill>
                  <a:prstClr val="black">
                    <a:lumMod val="75000"/>
                    <a:lumOff val="25000"/>
                  </a:prstClr>
                </a:solidFill>
                <a:effectLst/>
                <a:uLnTx/>
                <a:uFillTx/>
                <a:latin typeface="Arial"/>
                <a:ea typeface="微软雅黑"/>
                <a:cs typeface="思源宋体 CN Heavy" panose="02020900000000000000" pitchFamily="18" charset="-122"/>
              </a:defRPr>
            </a:lvl1pPr>
            <a:lvl2pPr marL="742950" indent="-285750">
              <a:lnSpc>
                <a:spcPct val="90000"/>
              </a:lnSpc>
              <a:spcBef>
                <a:spcPts val="500"/>
              </a:spcBef>
              <a:buFont typeface="Arial" panose="020B0604020202020204" pitchFamily="34" charset="0"/>
              <a:buChar char="•"/>
              <a:defRPr sz="2400">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pPr>
              <a:lnSpc>
                <a:spcPct val="150000"/>
              </a:lnSpc>
            </a:pPr>
            <a:r>
              <a:rPr lang="en-US" altLang="zh-CN" sz="2000" b="0" dirty="0">
                <a:solidFill>
                  <a:schemeClr val="tx1"/>
                </a:solidFill>
                <a:latin typeface="思源宋体" panose="02020700000000000000" pitchFamily="18" charset="-122"/>
                <a:ea typeface="思源宋体" panose="02020700000000000000" pitchFamily="18" charset="-122"/>
                <a:sym typeface="Arial"/>
              </a:rPr>
              <a:t>5</a:t>
            </a:r>
            <a:r>
              <a:rPr lang="en-US" altLang="zh-CN" sz="2000" b="0" dirty="0" smtClean="0">
                <a:solidFill>
                  <a:schemeClr val="tx1"/>
                </a:solidFill>
                <a:latin typeface="思源宋体" panose="02020700000000000000" pitchFamily="18" charset="-122"/>
                <a:ea typeface="思源宋体" panose="02020700000000000000" pitchFamily="18" charset="-122"/>
                <a:sym typeface="Arial"/>
              </a:rPr>
              <a:t>.</a:t>
            </a:r>
            <a:r>
              <a:rPr lang="zh-CN" altLang="en-US" sz="2000" b="0" dirty="0" smtClean="0">
                <a:solidFill>
                  <a:schemeClr val="tx1"/>
                </a:solidFill>
                <a:latin typeface="思源宋体" panose="02020700000000000000" pitchFamily="18" charset="-122"/>
                <a:ea typeface="思源宋体" panose="02020700000000000000" pitchFamily="18" charset="-122"/>
                <a:sym typeface="Arial"/>
              </a:rPr>
              <a:t>制造讯息中心主页面</a:t>
            </a:r>
            <a:r>
              <a:rPr lang="en-US" altLang="zh-CN" sz="2000" b="0" dirty="0" smtClean="0">
                <a:solidFill>
                  <a:schemeClr val="tx1"/>
                </a:solidFill>
                <a:latin typeface="思源宋体" panose="02020700000000000000" pitchFamily="18" charset="-122"/>
                <a:ea typeface="思源宋体" panose="02020700000000000000" pitchFamily="18" charset="-122"/>
                <a:sym typeface="Arial"/>
              </a:rPr>
              <a:t>—</a:t>
            </a:r>
            <a:r>
              <a:rPr lang="zh-CN" altLang="en-US" sz="2000" b="0" dirty="0" smtClean="0">
                <a:solidFill>
                  <a:schemeClr val="tx1"/>
                </a:solidFill>
                <a:latin typeface="思源宋体" panose="02020700000000000000" pitchFamily="18" charset="-122"/>
                <a:ea typeface="思源宋体" panose="02020700000000000000" pitchFamily="18" charset="-122"/>
                <a:sym typeface="Arial"/>
              </a:rPr>
              <a:t>设置</a:t>
            </a:r>
            <a:r>
              <a:rPr lang="en-US" altLang="zh-CN" sz="2000" b="0" dirty="0" smtClean="0">
                <a:solidFill>
                  <a:schemeClr val="tx1"/>
                </a:solidFill>
                <a:latin typeface="思源宋体" panose="02020700000000000000" pitchFamily="18" charset="-122"/>
                <a:ea typeface="思源宋体" panose="02020700000000000000" pitchFamily="18" charset="-122"/>
                <a:sym typeface="Arial"/>
              </a:rPr>
              <a:t>—</a:t>
            </a:r>
            <a:r>
              <a:rPr lang="zh-CN" altLang="en-US" sz="2000" b="0" dirty="0" smtClean="0">
                <a:solidFill>
                  <a:schemeClr val="tx1"/>
                </a:solidFill>
                <a:latin typeface="思源宋体" panose="02020700000000000000" pitchFamily="18" charset="-122"/>
                <a:ea typeface="思源宋体" panose="02020700000000000000" pitchFamily="18" charset="-122"/>
                <a:sym typeface="Arial"/>
              </a:rPr>
              <a:t>人员设置</a:t>
            </a:r>
            <a:r>
              <a:rPr lang="en-US" altLang="zh-CN" sz="2000" b="0" dirty="0" smtClean="0">
                <a:solidFill>
                  <a:schemeClr val="tx1"/>
                </a:solidFill>
                <a:latin typeface="思源宋体" panose="02020700000000000000" pitchFamily="18" charset="-122"/>
                <a:ea typeface="思源宋体" panose="02020700000000000000" pitchFamily="18" charset="-122"/>
                <a:sym typeface="Arial"/>
              </a:rPr>
              <a:t>—</a:t>
            </a:r>
            <a:r>
              <a:rPr lang="zh-CN" altLang="en-US" sz="2000" b="0" dirty="0" smtClean="0">
                <a:solidFill>
                  <a:schemeClr val="tx1"/>
                </a:solidFill>
                <a:latin typeface="思源宋体" panose="02020700000000000000" pitchFamily="18" charset="-122"/>
                <a:ea typeface="思源宋体" panose="02020700000000000000" pitchFamily="18" charset="-122"/>
                <a:sym typeface="Arial"/>
              </a:rPr>
              <a:t>默认（管理员页面，非管理员无此设置）</a:t>
            </a:r>
            <a:endParaRPr lang="en-US" altLang="zh-CN" sz="2000" b="0" dirty="0" smtClean="0">
              <a:solidFill>
                <a:schemeClr val="tx1"/>
              </a:solidFill>
              <a:latin typeface="思源宋体" panose="02020700000000000000" pitchFamily="18" charset="-122"/>
              <a:ea typeface="思源宋体" panose="02020700000000000000" pitchFamily="18" charset="-122"/>
              <a:sym typeface="Arial"/>
            </a:endParaRPr>
          </a:p>
        </p:txBody>
      </p:sp>
      <p:pic>
        <p:nvPicPr>
          <p:cNvPr id="2" name="图片 1"/>
          <p:cNvPicPr>
            <a:picLocks noChangeAspect="1"/>
          </p:cNvPicPr>
          <p:nvPr/>
        </p:nvPicPr>
        <p:blipFill>
          <a:blip r:embed="rId6"/>
          <a:stretch>
            <a:fillRect/>
          </a:stretch>
        </p:blipFill>
        <p:spPr>
          <a:xfrm>
            <a:off x="334673" y="1145698"/>
            <a:ext cx="11439525" cy="1685925"/>
          </a:xfrm>
          <a:prstGeom prst="rect">
            <a:avLst/>
          </a:prstGeom>
        </p:spPr>
      </p:pic>
      <p:cxnSp>
        <p:nvCxnSpPr>
          <p:cNvPr id="9" name="直接箭头连接符 8"/>
          <p:cNvCxnSpPr/>
          <p:nvPr/>
        </p:nvCxnSpPr>
        <p:spPr>
          <a:xfrm flipH="1">
            <a:off x="4167446" y="3990109"/>
            <a:ext cx="541078" cy="795062"/>
          </a:xfrm>
          <a:prstGeom prst="straightConnector1">
            <a:avLst/>
          </a:prstGeom>
          <a:ln w="38100">
            <a:solidFill>
              <a:srgbClr val="FF0000"/>
            </a:solidFill>
            <a:tailEnd type="triangle"/>
          </a:ln>
        </p:spPr>
        <p:style>
          <a:lnRef idx="3">
            <a:schemeClr val="accent2"/>
          </a:lnRef>
          <a:fillRef idx="0">
            <a:schemeClr val="accent2"/>
          </a:fillRef>
          <a:effectRef idx="2">
            <a:schemeClr val="accent2"/>
          </a:effectRef>
          <a:fontRef idx="minor">
            <a:schemeClr val="tx1"/>
          </a:fontRef>
        </p:style>
      </p:cxnSp>
      <p:sp>
        <p:nvSpPr>
          <p:cNvPr id="11" name="圆角矩形 10"/>
          <p:cNvSpPr/>
          <p:nvPr/>
        </p:nvSpPr>
        <p:spPr>
          <a:xfrm>
            <a:off x="1925010" y="3263375"/>
            <a:ext cx="1832342" cy="637754"/>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sz="1400" dirty="0" smtClean="0">
                <a:latin typeface="思源黑体" panose="020B0800000000000000" pitchFamily="34" charset="-122"/>
                <a:ea typeface="思源黑体" panose="020B0800000000000000" pitchFamily="34" charset="-122"/>
              </a:rPr>
              <a:t>1</a:t>
            </a:r>
            <a:r>
              <a:rPr lang="zh-CN" altLang="en-US" sz="1400" dirty="0" smtClean="0">
                <a:latin typeface="思源黑体" panose="020B0800000000000000" pitchFamily="34" charset="-122"/>
                <a:ea typeface="思源黑体" panose="020B0800000000000000" pitchFamily="34" charset="-122"/>
              </a:rPr>
              <a:t>、添加当班人员，一个班只要设置一次，输入工号查找</a:t>
            </a:r>
            <a:endParaRPr lang="en-US" altLang="zh-CN" sz="1400" dirty="0" smtClean="0">
              <a:latin typeface="思源黑体" panose="020B0800000000000000" pitchFamily="34" charset="-122"/>
              <a:ea typeface="思源黑体" panose="020B0800000000000000" pitchFamily="34" charset="-122"/>
            </a:endParaRPr>
          </a:p>
        </p:txBody>
      </p:sp>
      <p:cxnSp>
        <p:nvCxnSpPr>
          <p:cNvPr id="12" name="直接箭头连接符 11"/>
          <p:cNvCxnSpPr/>
          <p:nvPr/>
        </p:nvCxnSpPr>
        <p:spPr>
          <a:xfrm>
            <a:off x="839585" y="1911379"/>
            <a:ext cx="3824470" cy="1771159"/>
          </a:xfrm>
          <a:prstGeom prst="straightConnector1">
            <a:avLst/>
          </a:prstGeom>
          <a:ln w="38100">
            <a:solidFill>
              <a:srgbClr val="FF0000"/>
            </a:solidFill>
            <a:tailEnd type="triangle"/>
          </a:ln>
        </p:spPr>
        <p:style>
          <a:lnRef idx="3">
            <a:schemeClr val="accent2"/>
          </a:lnRef>
          <a:fillRef idx="0">
            <a:schemeClr val="accent2"/>
          </a:fillRef>
          <a:effectRef idx="2">
            <a:schemeClr val="accent2"/>
          </a:effectRef>
          <a:fontRef idx="minor">
            <a:schemeClr val="tx1"/>
          </a:fontRef>
        </p:style>
      </p:cxnSp>
      <p:sp>
        <p:nvSpPr>
          <p:cNvPr id="17" name="圆角矩形 16"/>
          <p:cNvSpPr/>
          <p:nvPr/>
        </p:nvSpPr>
        <p:spPr>
          <a:xfrm>
            <a:off x="7755775" y="2796958"/>
            <a:ext cx="1956261" cy="682707"/>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sz="1400" dirty="0">
                <a:latin typeface="思源黑体" panose="020B0800000000000000" pitchFamily="34" charset="-122"/>
                <a:ea typeface="思源黑体" panose="020B0800000000000000" pitchFamily="34" charset="-122"/>
              </a:rPr>
              <a:t>2</a:t>
            </a:r>
            <a:r>
              <a:rPr lang="zh-CN" altLang="en-US" sz="1400" dirty="0" smtClean="0">
                <a:latin typeface="思源黑体" panose="020B0800000000000000" pitchFamily="34" charset="-122"/>
                <a:ea typeface="思源黑体" panose="020B0800000000000000" pitchFamily="34" charset="-122"/>
              </a:rPr>
              <a:t>、对于已添加人员可设置管理员，设置负责群组或删除此人</a:t>
            </a:r>
            <a:endParaRPr lang="en-US" altLang="zh-CN" sz="1400" dirty="0" smtClean="0">
              <a:latin typeface="思源黑体" panose="020B0800000000000000" pitchFamily="34" charset="-122"/>
              <a:ea typeface="思源黑体" panose="020B0800000000000000" pitchFamily="34" charset="-122"/>
            </a:endParaRPr>
          </a:p>
        </p:txBody>
      </p:sp>
      <p:sp>
        <p:nvSpPr>
          <p:cNvPr id="13" name="文本框 20">
            <a:extLst>
              <a:ext uri="{FF2B5EF4-FFF2-40B4-BE49-F238E27FC236}">
                <a16:creationId xmlns:a16="http://schemas.microsoft.com/office/drawing/2014/main" id="{94782366-33E8-F14D-3C1E-BD4F2695AEE5}"/>
              </a:ext>
            </a:extLst>
          </p:cNvPr>
          <p:cNvSpPr txBox="1">
            <a:spLocks noChangeArrowheads="1"/>
          </p:cNvSpPr>
          <p:nvPr/>
        </p:nvSpPr>
        <p:spPr bwMode="auto">
          <a:xfrm>
            <a:off x="1657421" y="323816"/>
            <a:ext cx="521720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R="0" lvl="0" indent="0" defTabSz="1219200" fontAlgn="auto">
              <a:lnSpc>
                <a:spcPct val="100000"/>
              </a:lnSpc>
              <a:spcBef>
                <a:spcPct val="0"/>
              </a:spcBef>
              <a:spcAft>
                <a:spcPts val="0"/>
              </a:spcAft>
              <a:buClrTx/>
              <a:buSzTx/>
              <a:buFont typeface="思源宋体 CN Heavy" panose="02020900000000000000" pitchFamily="18" charset="-122"/>
              <a:buNone/>
              <a:tabLst/>
              <a:defRPr kumimoji="0" sz="2800" b="1" i="0" u="none" strike="noStrike" kern="0" cap="none" spc="0" normalizeH="0" baseline="0">
                <a:ln>
                  <a:noFill/>
                </a:ln>
                <a:solidFill>
                  <a:prstClr val="black">
                    <a:lumMod val="75000"/>
                    <a:lumOff val="25000"/>
                  </a:prstClr>
                </a:solidFill>
                <a:effectLst/>
                <a:uLnTx/>
                <a:uFillTx/>
                <a:latin typeface="Arial"/>
                <a:ea typeface="微软雅黑"/>
                <a:cs typeface="思源宋体 CN Heavy" panose="02020900000000000000" pitchFamily="18" charset="-122"/>
              </a:defRPr>
            </a:lvl1pPr>
            <a:lvl2pPr marL="742950" indent="-285750">
              <a:lnSpc>
                <a:spcPct val="90000"/>
              </a:lnSpc>
              <a:spcBef>
                <a:spcPts val="500"/>
              </a:spcBef>
              <a:buFont typeface="Arial" panose="020B0604020202020204" pitchFamily="34" charset="0"/>
              <a:buChar char="•"/>
              <a:defRPr sz="2400">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r>
              <a:rPr lang="zh-CN" altLang="zh-CN" sz="2400" dirty="0">
                <a:latin typeface="思源宋体" panose="02020700000000000000" pitchFamily="18" charset="-122"/>
                <a:ea typeface="思源宋体" panose="02020700000000000000" pitchFamily="18" charset="-122"/>
              </a:rPr>
              <a:t>小铃铛的相关信息的操作、</a:t>
            </a:r>
            <a:r>
              <a:rPr lang="zh-CN" altLang="zh-CN" sz="2400" dirty="0" smtClean="0">
                <a:latin typeface="思源宋体" panose="02020700000000000000" pitchFamily="18" charset="-122"/>
                <a:ea typeface="思源宋体" panose="02020700000000000000" pitchFamily="18" charset="-122"/>
              </a:rPr>
              <a:t>设定</a:t>
            </a:r>
            <a:endParaRPr lang="zh-CN" altLang="en-US" sz="2400" dirty="0">
              <a:solidFill>
                <a:schemeClr val="bg2"/>
              </a:solidFill>
              <a:latin typeface="思源宋体" panose="02020700000000000000" pitchFamily="18" charset="-122"/>
              <a:ea typeface="思源宋体" panose="02020700000000000000" pitchFamily="18" charset="-122"/>
            </a:endParaRPr>
          </a:p>
        </p:txBody>
      </p:sp>
    </p:spTree>
    <p:extLst>
      <p:ext uri="{BB962C8B-B14F-4D97-AF65-F5344CB8AC3E}">
        <p14:creationId xmlns:p14="http://schemas.microsoft.com/office/powerpoint/2010/main" val="31415452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731521" y="1044106"/>
            <a:ext cx="9085811" cy="4839647"/>
          </a:xfrm>
          <a:prstGeom prst="rect">
            <a:avLst/>
          </a:prstGeom>
        </p:spPr>
      </p:pic>
      <p:sp>
        <p:nvSpPr>
          <p:cNvPr id="53" name="文本框 20">
            <a:extLst>
              <a:ext uri="{FF2B5EF4-FFF2-40B4-BE49-F238E27FC236}">
                <a16:creationId xmlns:a16="http://schemas.microsoft.com/office/drawing/2014/main" id="{94782366-33E8-F14D-3C1E-BD4F2695AEE5}"/>
              </a:ext>
            </a:extLst>
          </p:cNvPr>
          <p:cNvSpPr txBox="1">
            <a:spLocks noChangeArrowheads="1"/>
          </p:cNvSpPr>
          <p:nvPr/>
        </p:nvSpPr>
        <p:spPr bwMode="auto">
          <a:xfrm>
            <a:off x="622352" y="329938"/>
            <a:ext cx="67443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R="0" lvl="0" indent="0" defTabSz="1219200" fontAlgn="auto">
              <a:lnSpc>
                <a:spcPct val="100000"/>
              </a:lnSpc>
              <a:spcBef>
                <a:spcPct val="0"/>
              </a:spcBef>
              <a:spcAft>
                <a:spcPts val="0"/>
              </a:spcAft>
              <a:buClrTx/>
              <a:buSzTx/>
              <a:buFont typeface="思源宋体 CN Heavy" panose="02020900000000000000" pitchFamily="18" charset="-122"/>
              <a:buNone/>
              <a:tabLst/>
              <a:defRPr kumimoji="0" sz="2800" b="1" i="0" u="none" strike="noStrike" kern="0" cap="none" spc="0" normalizeH="0" baseline="0">
                <a:ln>
                  <a:noFill/>
                </a:ln>
                <a:solidFill>
                  <a:prstClr val="black">
                    <a:lumMod val="75000"/>
                    <a:lumOff val="25000"/>
                  </a:prstClr>
                </a:solidFill>
                <a:effectLst/>
                <a:uLnTx/>
                <a:uFillTx/>
                <a:latin typeface="Arial"/>
                <a:ea typeface="微软雅黑"/>
                <a:cs typeface="思源宋体 CN Heavy" panose="02020900000000000000" pitchFamily="18" charset="-122"/>
              </a:defRPr>
            </a:lvl1pPr>
            <a:lvl2pPr marL="742950" indent="-285750">
              <a:lnSpc>
                <a:spcPct val="90000"/>
              </a:lnSpc>
              <a:spcBef>
                <a:spcPts val="500"/>
              </a:spcBef>
              <a:buFont typeface="Arial" panose="020B0604020202020204" pitchFamily="34" charset="0"/>
              <a:buChar char="•"/>
              <a:defRPr sz="2400">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pPr algn="ctr"/>
            <a:r>
              <a:rPr lang="en-US" altLang="zh-CN" sz="2400" dirty="0" smtClean="0">
                <a:solidFill>
                  <a:schemeClr val="bg1"/>
                </a:solidFill>
                <a:latin typeface="思源黑体" panose="020B0800000000000000" pitchFamily="34" charset="-122"/>
                <a:ea typeface="思源黑体" panose="020B0800000000000000" pitchFamily="34" charset="-122"/>
                <a:sym typeface="Arial"/>
              </a:rPr>
              <a:t>09</a:t>
            </a:r>
            <a:endParaRPr lang="zh-CN" altLang="en-US" sz="2400" dirty="0">
              <a:solidFill>
                <a:schemeClr val="bg1"/>
              </a:solidFill>
              <a:latin typeface="思源黑体" panose="020B0800000000000000" pitchFamily="34" charset="-122"/>
              <a:ea typeface="思源黑体" panose="020B0800000000000000" pitchFamily="34" charset="-122"/>
              <a:sym typeface="Arial"/>
            </a:endParaRPr>
          </a:p>
        </p:txBody>
      </p:sp>
      <p:sp>
        <p:nvSpPr>
          <p:cNvPr id="7" name="圆角矩形 6"/>
          <p:cNvSpPr/>
          <p:nvPr/>
        </p:nvSpPr>
        <p:spPr>
          <a:xfrm>
            <a:off x="2485506" y="2852860"/>
            <a:ext cx="2136370" cy="512915"/>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sz="1400" dirty="0">
                <a:latin typeface="思源黑体" panose="020B0800000000000000" pitchFamily="34" charset="-122"/>
                <a:ea typeface="思源黑体" panose="020B0800000000000000" pitchFamily="34" charset="-122"/>
              </a:rPr>
              <a:t>3</a:t>
            </a:r>
            <a:r>
              <a:rPr lang="zh-CN" altLang="en-US" sz="1400" dirty="0" smtClean="0">
                <a:latin typeface="思源黑体" panose="020B0800000000000000" pitchFamily="34" charset="-122"/>
                <a:ea typeface="思源黑体" panose="020B0800000000000000" pitchFamily="34" charset="-122"/>
              </a:rPr>
              <a:t>、</a:t>
            </a:r>
            <a:r>
              <a:rPr lang="en-US" altLang="zh-CN" sz="1400" dirty="0" smtClean="0">
                <a:latin typeface="思源黑体" panose="020B0800000000000000" pitchFamily="34" charset="-122"/>
                <a:ea typeface="思源黑体" panose="020B0800000000000000" pitchFamily="34" charset="-122"/>
              </a:rPr>
              <a:t>by </a:t>
            </a:r>
            <a:r>
              <a:rPr lang="zh-CN" altLang="en-US" sz="1400" dirty="0" smtClean="0">
                <a:latin typeface="思源黑体" panose="020B0800000000000000" pitchFamily="34" charset="-122"/>
                <a:ea typeface="思源黑体" panose="020B0800000000000000" pitchFamily="34" charset="-122"/>
              </a:rPr>
              <a:t>群组设置负责人</a:t>
            </a:r>
            <a:endParaRPr lang="en-US" altLang="zh-CN" sz="1400" dirty="0" smtClean="0">
              <a:latin typeface="思源黑体" panose="020B0800000000000000" pitchFamily="34" charset="-122"/>
              <a:ea typeface="思源黑体" panose="020B0800000000000000" pitchFamily="34" charset="-122"/>
            </a:endParaRPr>
          </a:p>
        </p:txBody>
      </p:sp>
      <p:sp>
        <p:nvSpPr>
          <p:cNvPr id="10" name="文本框 20">
            <a:extLst>
              <a:ext uri="{FF2B5EF4-FFF2-40B4-BE49-F238E27FC236}">
                <a16:creationId xmlns:a16="http://schemas.microsoft.com/office/drawing/2014/main" id="{94782366-33E8-F14D-3C1E-BD4F2695AEE5}"/>
              </a:ext>
            </a:extLst>
          </p:cNvPr>
          <p:cNvSpPr txBox="1">
            <a:spLocks noChangeArrowheads="1"/>
          </p:cNvSpPr>
          <p:nvPr/>
        </p:nvSpPr>
        <p:spPr bwMode="auto">
          <a:xfrm>
            <a:off x="1657421" y="323816"/>
            <a:ext cx="521720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R="0" lvl="0" indent="0" defTabSz="1219200" fontAlgn="auto">
              <a:lnSpc>
                <a:spcPct val="100000"/>
              </a:lnSpc>
              <a:spcBef>
                <a:spcPct val="0"/>
              </a:spcBef>
              <a:spcAft>
                <a:spcPts val="0"/>
              </a:spcAft>
              <a:buClrTx/>
              <a:buSzTx/>
              <a:buFont typeface="思源宋体 CN Heavy" panose="02020900000000000000" pitchFamily="18" charset="-122"/>
              <a:buNone/>
              <a:tabLst/>
              <a:defRPr kumimoji="0" sz="2800" b="1" i="0" u="none" strike="noStrike" kern="0" cap="none" spc="0" normalizeH="0" baseline="0">
                <a:ln>
                  <a:noFill/>
                </a:ln>
                <a:solidFill>
                  <a:prstClr val="black">
                    <a:lumMod val="75000"/>
                    <a:lumOff val="25000"/>
                  </a:prstClr>
                </a:solidFill>
                <a:effectLst/>
                <a:uLnTx/>
                <a:uFillTx/>
                <a:latin typeface="Arial"/>
                <a:ea typeface="微软雅黑"/>
                <a:cs typeface="思源宋体 CN Heavy" panose="02020900000000000000" pitchFamily="18" charset="-122"/>
              </a:defRPr>
            </a:lvl1pPr>
            <a:lvl2pPr marL="742950" indent="-285750">
              <a:lnSpc>
                <a:spcPct val="90000"/>
              </a:lnSpc>
              <a:spcBef>
                <a:spcPts val="500"/>
              </a:spcBef>
              <a:buFont typeface="Arial" panose="020B0604020202020204" pitchFamily="34" charset="0"/>
              <a:buChar char="•"/>
              <a:defRPr sz="2400">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r>
              <a:rPr lang="zh-CN" altLang="zh-CN" sz="2400" dirty="0">
                <a:latin typeface="思源宋体" panose="02020700000000000000" pitchFamily="18" charset="-122"/>
                <a:ea typeface="思源宋体" panose="02020700000000000000" pitchFamily="18" charset="-122"/>
              </a:rPr>
              <a:t>小铃铛的相关信息的操作、</a:t>
            </a:r>
            <a:r>
              <a:rPr lang="zh-CN" altLang="zh-CN" sz="2400" dirty="0" smtClean="0">
                <a:latin typeface="思源宋体" panose="02020700000000000000" pitchFamily="18" charset="-122"/>
                <a:ea typeface="思源宋体" panose="02020700000000000000" pitchFamily="18" charset="-122"/>
              </a:rPr>
              <a:t>设定</a:t>
            </a:r>
            <a:endParaRPr lang="zh-CN" altLang="en-US" sz="2400" dirty="0">
              <a:solidFill>
                <a:schemeClr val="bg2"/>
              </a:solidFill>
              <a:latin typeface="思源宋体" panose="02020700000000000000" pitchFamily="18" charset="-122"/>
              <a:ea typeface="思源宋体" panose="02020700000000000000" pitchFamily="18" charset="-122"/>
            </a:endParaRPr>
          </a:p>
        </p:txBody>
      </p:sp>
    </p:spTree>
    <p:extLst>
      <p:ext uri="{BB962C8B-B14F-4D97-AF65-F5344CB8AC3E}">
        <p14:creationId xmlns:p14="http://schemas.microsoft.com/office/powerpoint/2010/main" val="11196598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文本框 20">
            <a:extLst>
              <a:ext uri="{FF2B5EF4-FFF2-40B4-BE49-F238E27FC236}">
                <a16:creationId xmlns:a16="http://schemas.microsoft.com/office/drawing/2014/main" id="{94782366-33E8-F14D-3C1E-BD4F2695AEE5}"/>
              </a:ext>
            </a:extLst>
          </p:cNvPr>
          <p:cNvSpPr txBox="1">
            <a:spLocks noChangeArrowheads="1"/>
          </p:cNvSpPr>
          <p:nvPr/>
        </p:nvSpPr>
        <p:spPr bwMode="auto">
          <a:xfrm>
            <a:off x="622352" y="329938"/>
            <a:ext cx="67443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R="0" lvl="0" indent="0" defTabSz="1219200" fontAlgn="auto">
              <a:lnSpc>
                <a:spcPct val="100000"/>
              </a:lnSpc>
              <a:spcBef>
                <a:spcPct val="0"/>
              </a:spcBef>
              <a:spcAft>
                <a:spcPts val="0"/>
              </a:spcAft>
              <a:buClrTx/>
              <a:buSzTx/>
              <a:buFont typeface="思源宋体 CN Heavy" panose="02020900000000000000" pitchFamily="18" charset="-122"/>
              <a:buNone/>
              <a:tabLst/>
              <a:defRPr kumimoji="0" sz="2800" b="1" i="0" u="none" strike="noStrike" kern="0" cap="none" spc="0" normalizeH="0" baseline="0">
                <a:ln>
                  <a:noFill/>
                </a:ln>
                <a:solidFill>
                  <a:prstClr val="black">
                    <a:lumMod val="75000"/>
                    <a:lumOff val="25000"/>
                  </a:prstClr>
                </a:solidFill>
                <a:effectLst/>
                <a:uLnTx/>
                <a:uFillTx/>
                <a:latin typeface="Arial"/>
                <a:ea typeface="微软雅黑"/>
                <a:cs typeface="思源宋体 CN Heavy" panose="02020900000000000000" pitchFamily="18" charset="-122"/>
              </a:defRPr>
            </a:lvl1pPr>
            <a:lvl2pPr marL="742950" indent="-285750">
              <a:lnSpc>
                <a:spcPct val="90000"/>
              </a:lnSpc>
              <a:spcBef>
                <a:spcPts val="500"/>
              </a:spcBef>
              <a:buFont typeface="Arial" panose="020B0604020202020204" pitchFamily="34" charset="0"/>
              <a:buChar char="•"/>
              <a:defRPr sz="2400">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pPr algn="ctr"/>
            <a:r>
              <a:rPr lang="en-US" altLang="zh-CN" sz="2400" dirty="0" smtClean="0">
                <a:solidFill>
                  <a:schemeClr val="bg1"/>
                </a:solidFill>
                <a:latin typeface="思源黑体" panose="020B0800000000000000" pitchFamily="34" charset="-122"/>
                <a:ea typeface="思源黑体" panose="020B0800000000000000" pitchFamily="34" charset="-122"/>
                <a:sym typeface="Arial"/>
              </a:rPr>
              <a:t>10</a:t>
            </a:r>
            <a:endParaRPr lang="zh-CN" altLang="en-US" sz="2400" dirty="0">
              <a:solidFill>
                <a:schemeClr val="bg1"/>
              </a:solidFill>
              <a:latin typeface="思源黑体" panose="020B0800000000000000" pitchFamily="34" charset="-122"/>
              <a:ea typeface="思源黑体" panose="020B0800000000000000" pitchFamily="34" charset="-122"/>
              <a:sym typeface="Arial"/>
            </a:endParaRPr>
          </a:p>
        </p:txBody>
      </p:sp>
      <p:sp>
        <p:nvSpPr>
          <p:cNvPr id="6" name="文本框 20">
            <a:extLst>
              <a:ext uri="{FF2B5EF4-FFF2-40B4-BE49-F238E27FC236}">
                <a16:creationId xmlns:a16="http://schemas.microsoft.com/office/drawing/2014/main" id="{94782366-33E8-F14D-3C1E-BD4F2695AEE5}"/>
              </a:ext>
            </a:extLst>
          </p:cNvPr>
          <p:cNvSpPr txBox="1">
            <a:spLocks noChangeArrowheads="1"/>
          </p:cNvSpPr>
          <p:nvPr/>
        </p:nvSpPr>
        <p:spPr bwMode="auto">
          <a:xfrm>
            <a:off x="1657421" y="323816"/>
            <a:ext cx="521720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R="0" lvl="0" indent="0" defTabSz="1219200" fontAlgn="auto">
              <a:lnSpc>
                <a:spcPct val="100000"/>
              </a:lnSpc>
              <a:spcBef>
                <a:spcPct val="0"/>
              </a:spcBef>
              <a:spcAft>
                <a:spcPts val="0"/>
              </a:spcAft>
              <a:buClrTx/>
              <a:buSzTx/>
              <a:buFont typeface="思源宋体 CN Heavy" panose="02020900000000000000" pitchFamily="18" charset="-122"/>
              <a:buNone/>
              <a:tabLst/>
              <a:defRPr kumimoji="0" sz="2800" b="1" i="0" u="none" strike="noStrike" kern="0" cap="none" spc="0" normalizeH="0" baseline="0">
                <a:ln>
                  <a:noFill/>
                </a:ln>
                <a:solidFill>
                  <a:prstClr val="black">
                    <a:lumMod val="75000"/>
                    <a:lumOff val="25000"/>
                  </a:prstClr>
                </a:solidFill>
                <a:effectLst/>
                <a:uLnTx/>
                <a:uFillTx/>
                <a:latin typeface="Arial"/>
                <a:ea typeface="微软雅黑"/>
                <a:cs typeface="思源宋体 CN Heavy" panose="02020900000000000000" pitchFamily="18" charset="-122"/>
              </a:defRPr>
            </a:lvl1pPr>
            <a:lvl2pPr marL="742950" indent="-285750">
              <a:lnSpc>
                <a:spcPct val="90000"/>
              </a:lnSpc>
              <a:spcBef>
                <a:spcPts val="500"/>
              </a:spcBef>
              <a:buFont typeface="Arial" panose="020B0604020202020204" pitchFamily="34" charset="0"/>
              <a:buChar char="•"/>
              <a:defRPr sz="2400">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r>
              <a:rPr lang="zh-CN" altLang="zh-CN" sz="2400" dirty="0">
                <a:latin typeface="思源宋体" panose="02020700000000000000" pitchFamily="18" charset="-122"/>
                <a:ea typeface="思源宋体" panose="02020700000000000000" pitchFamily="18" charset="-122"/>
              </a:rPr>
              <a:t>小铃铛的相关信息的操作、</a:t>
            </a:r>
            <a:r>
              <a:rPr lang="zh-CN" altLang="zh-CN" sz="2400" dirty="0" smtClean="0">
                <a:latin typeface="思源宋体" panose="02020700000000000000" pitchFamily="18" charset="-122"/>
                <a:ea typeface="思源宋体" panose="02020700000000000000" pitchFamily="18" charset="-122"/>
              </a:rPr>
              <a:t>设定</a:t>
            </a:r>
            <a:endParaRPr lang="zh-CN" altLang="en-US" sz="2400" dirty="0">
              <a:solidFill>
                <a:schemeClr val="bg2"/>
              </a:solidFill>
              <a:latin typeface="思源宋体" panose="02020700000000000000" pitchFamily="18" charset="-122"/>
              <a:ea typeface="思源宋体" panose="02020700000000000000" pitchFamily="18" charset="-122"/>
            </a:endParaRPr>
          </a:p>
        </p:txBody>
      </p:sp>
      <p:pic>
        <p:nvPicPr>
          <p:cNvPr id="3" name="图片 2"/>
          <p:cNvPicPr>
            <a:picLocks noChangeAspect="1"/>
          </p:cNvPicPr>
          <p:nvPr/>
        </p:nvPicPr>
        <p:blipFill>
          <a:blip r:embed="rId2"/>
          <a:stretch>
            <a:fillRect/>
          </a:stretch>
        </p:blipFill>
        <p:spPr>
          <a:xfrm>
            <a:off x="846562" y="1059801"/>
            <a:ext cx="9124697" cy="4857885"/>
          </a:xfrm>
          <a:prstGeom prst="rect">
            <a:avLst/>
          </a:prstGeom>
        </p:spPr>
      </p:pic>
      <p:sp>
        <p:nvSpPr>
          <p:cNvPr id="7" name="圆角矩形 6"/>
          <p:cNvSpPr/>
          <p:nvPr/>
        </p:nvSpPr>
        <p:spPr>
          <a:xfrm>
            <a:off x="5170513" y="1888585"/>
            <a:ext cx="2028304" cy="512915"/>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sz="1400" dirty="0" smtClean="0">
                <a:latin typeface="思源黑体" panose="020B0800000000000000" pitchFamily="34" charset="-122"/>
                <a:ea typeface="思源黑体" panose="020B0800000000000000" pitchFamily="34" charset="-122"/>
              </a:rPr>
              <a:t>4</a:t>
            </a:r>
            <a:r>
              <a:rPr lang="zh-CN" altLang="en-US" sz="1400" dirty="0" smtClean="0">
                <a:latin typeface="思源黑体" panose="020B0800000000000000" pitchFamily="34" charset="-122"/>
                <a:ea typeface="思源黑体" panose="020B0800000000000000" pitchFamily="34" charset="-122"/>
              </a:rPr>
              <a:t>、</a:t>
            </a:r>
            <a:r>
              <a:rPr lang="en-US" altLang="zh-CN" sz="1400" dirty="0" smtClean="0">
                <a:latin typeface="思源黑体" panose="020B0800000000000000" pitchFamily="34" charset="-122"/>
                <a:ea typeface="思源黑体" panose="020B0800000000000000" pitchFamily="34" charset="-122"/>
              </a:rPr>
              <a:t>by </a:t>
            </a:r>
            <a:r>
              <a:rPr lang="zh-CN" altLang="en-US" sz="1400" dirty="0" smtClean="0">
                <a:latin typeface="思源黑体" panose="020B0800000000000000" pitchFamily="34" charset="-122"/>
                <a:ea typeface="思源黑体" panose="020B0800000000000000" pitchFamily="34" charset="-122"/>
              </a:rPr>
              <a:t>机台分配负责人</a:t>
            </a:r>
            <a:endParaRPr lang="en-US" altLang="zh-CN" sz="1400" dirty="0" smtClean="0">
              <a:latin typeface="思源黑体" panose="020B0800000000000000" pitchFamily="34" charset="-122"/>
              <a:ea typeface="思源黑体" panose="020B0800000000000000" pitchFamily="34" charset="-122"/>
            </a:endParaRPr>
          </a:p>
        </p:txBody>
      </p:sp>
    </p:spTree>
    <p:extLst>
      <p:ext uri="{BB962C8B-B14F-4D97-AF65-F5344CB8AC3E}">
        <p14:creationId xmlns:p14="http://schemas.microsoft.com/office/powerpoint/2010/main" val="34450946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文本框 20">
            <a:extLst>
              <a:ext uri="{FF2B5EF4-FFF2-40B4-BE49-F238E27FC236}">
                <a16:creationId xmlns:a16="http://schemas.microsoft.com/office/drawing/2014/main" id="{94782366-33E8-F14D-3C1E-BD4F2695AEE5}"/>
              </a:ext>
            </a:extLst>
          </p:cNvPr>
          <p:cNvSpPr txBox="1">
            <a:spLocks noChangeArrowheads="1"/>
          </p:cNvSpPr>
          <p:nvPr/>
        </p:nvSpPr>
        <p:spPr bwMode="auto">
          <a:xfrm>
            <a:off x="622352" y="329938"/>
            <a:ext cx="67443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R="0" lvl="0" indent="0" defTabSz="1219200" fontAlgn="auto">
              <a:lnSpc>
                <a:spcPct val="100000"/>
              </a:lnSpc>
              <a:spcBef>
                <a:spcPct val="0"/>
              </a:spcBef>
              <a:spcAft>
                <a:spcPts val="0"/>
              </a:spcAft>
              <a:buClrTx/>
              <a:buSzTx/>
              <a:buFont typeface="思源宋体 CN Heavy" panose="02020900000000000000" pitchFamily="18" charset="-122"/>
              <a:buNone/>
              <a:tabLst/>
              <a:defRPr kumimoji="0" sz="2800" b="1" i="0" u="none" strike="noStrike" kern="0" cap="none" spc="0" normalizeH="0" baseline="0">
                <a:ln>
                  <a:noFill/>
                </a:ln>
                <a:solidFill>
                  <a:prstClr val="black">
                    <a:lumMod val="75000"/>
                    <a:lumOff val="25000"/>
                  </a:prstClr>
                </a:solidFill>
                <a:effectLst/>
                <a:uLnTx/>
                <a:uFillTx/>
                <a:latin typeface="Arial"/>
                <a:ea typeface="微软雅黑"/>
                <a:cs typeface="思源宋体 CN Heavy" panose="02020900000000000000" pitchFamily="18" charset="-122"/>
              </a:defRPr>
            </a:lvl1pPr>
            <a:lvl2pPr marL="742950" indent="-285750">
              <a:lnSpc>
                <a:spcPct val="90000"/>
              </a:lnSpc>
              <a:spcBef>
                <a:spcPts val="500"/>
              </a:spcBef>
              <a:buFont typeface="Arial" panose="020B0604020202020204" pitchFamily="34" charset="0"/>
              <a:buChar char="•"/>
              <a:defRPr sz="2400">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pPr algn="ctr"/>
            <a:r>
              <a:rPr lang="en-US" altLang="zh-CN" sz="2400" dirty="0" smtClean="0">
                <a:solidFill>
                  <a:schemeClr val="bg1"/>
                </a:solidFill>
                <a:latin typeface="思源黑体" panose="020B0800000000000000" pitchFamily="34" charset="-122"/>
                <a:ea typeface="思源黑体" panose="020B0800000000000000" pitchFamily="34" charset="-122"/>
                <a:sym typeface="Arial"/>
              </a:rPr>
              <a:t>11</a:t>
            </a:r>
            <a:endParaRPr lang="zh-CN" altLang="en-US" sz="2400" dirty="0">
              <a:solidFill>
                <a:schemeClr val="bg1"/>
              </a:solidFill>
              <a:latin typeface="思源黑体" panose="020B0800000000000000" pitchFamily="34" charset="-122"/>
              <a:ea typeface="思源黑体" panose="020B0800000000000000" pitchFamily="34" charset="-122"/>
              <a:sym typeface="Arial"/>
            </a:endParaRPr>
          </a:p>
        </p:txBody>
      </p:sp>
      <p:sp>
        <p:nvSpPr>
          <p:cNvPr id="8" name="文本框 20">
            <a:extLst>
              <a:ext uri="{FF2B5EF4-FFF2-40B4-BE49-F238E27FC236}">
                <a16:creationId xmlns:a16="http://schemas.microsoft.com/office/drawing/2014/main" id="{94782366-33E8-F14D-3C1E-BD4F2695AEE5}"/>
              </a:ext>
            </a:extLst>
          </p:cNvPr>
          <p:cNvSpPr txBox="1">
            <a:spLocks noChangeArrowheads="1"/>
          </p:cNvSpPr>
          <p:nvPr/>
        </p:nvSpPr>
        <p:spPr bwMode="auto">
          <a:xfrm>
            <a:off x="247028" y="684033"/>
            <a:ext cx="6951793"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R="0" lvl="0" indent="0" defTabSz="1219200" fontAlgn="auto">
              <a:lnSpc>
                <a:spcPct val="100000"/>
              </a:lnSpc>
              <a:spcBef>
                <a:spcPct val="0"/>
              </a:spcBef>
              <a:spcAft>
                <a:spcPts val="0"/>
              </a:spcAft>
              <a:buClrTx/>
              <a:buSzTx/>
              <a:buFont typeface="思源宋体 CN Heavy" panose="02020900000000000000" pitchFamily="18" charset="-122"/>
              <a:buNone/>
              <a:tabLst/>
              <a:defRPr kumimoji="0" sz="2800" b="1" i="0" u="none" strike="noStrike" kern="0" cap="none" spc="0" normalizeH="0" baseline="0">
                <a:ln>
                  <a:noFill/>
                </a:ln>
                <a:solidFill>
                  <a:prstClr val="black">
                    <a:lumMod val="75000"/>
                    <a:lumOff val="25000"/>
                  </a:prstClr>
                </a:solidFill>
                <a:effectLst/>
                <a:uLnTx/>
                <a:uFillTx/>
                <a:latin typeface="Arial"/>
                <a:ea typeface="微软雅黑"/>
                <a:cs typeface="思源宋体 CN Heavy" panose="02020900000000000000" pitchFamily="18" charset="-122"/>
              </a:defRPr>
            </a:lvl1pPr>
            <a:lvl2pPr marL="742950" indent="-285750">
              <a:lnSpc>
                <a:spcPct val="90000"/>
              </a:lnSpc>
              <a:spcBef>
                <a:spcPts val="500"/>
              </a:spcBef>
              <a:buFont typeface="Arial" panose="020B0604020202020204" pitchFamily="34" charset="0"/>
              <a:buChar char="•"/>
              <a:defRPr sz="2400">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pPr>
              <a:lnSpc>
                <a:spcPct val="150000"/>
              </a:lnSpc>
            </a:pPr>
            <a:r>
              <a:rPr lang="en-US" altLang="zh-CN" sz="2000" b="0" dirty="0">
                <a:solidFill>
                  <a:schemeClr val="tx1"/>
                </a:solidFill>
                <a:latin typeface="思源宋体" panose="02020700000000000000" pitchFamily="18" charset="-122"/>
                <a:ea typeface="思源宋体" panose="02020700000000000000" pitchFamily="18" charset="-122"/>
                <a:sym typeface="Arial"/>
              </a:rPr>
              <a:t>6</a:t>
            </a:r>
            <a:r>
              <a:rPr lang="en-US" altLang="zh-CN" sz="2000" b="0" dirty="0" smtClean="0">
                <a:solidFill>
                  <a:schemeClr val="tx1"/>
                </a:solidFill>
                <a:latin typeface="思源宋体" panose="02020700000000000000" pitchFamily="18" charset="-122"/>
                <a:ea typeface="思源宋体" panose="02020700000000000000" pitchFamily="18" charset="-122"/>
                <a:sym typeface="Arial"/>
              </a:rPr>
              <a:t>.</a:t>
            </a:r>
            <a:r>
              <a:rPr lang="zh-CN" altLang="en-US" sz="2000" b="0" dirty="0" smtClean="0">
                <a:solidFill>
                  <a:schemeClr val="tx1"/>
                </a:solidFill>
                <a:latin typeface="思源宋体" panose="02020700000000000000" pitchFamily="18" charset="-122"/>
                <a:ea typeface="思源宋体" panose="02020700000000000000" pitchFamily="18" charset="-122"/>
                <a:sym typeface="Arial"/>
              </a:rPr>
              <a:t>制造讯息中心主页面</a:t>
            </a:r>
            <a:r>
              <a:rPr lang="en-US" altLang="zh-CN" sz="2000" b="0" dirty="0" smtClean="0">
                <a:solidFill>
                  <a:schemeClr val="tx1"/>
                </a:solidFill>
                <a:latin typeface="思源宋体" panose="02020700000000000000" pitchFamily="18" charset="-122"/>
                <a:ea typeface="思源宋体" panose="02020700000000000000" pitchFamily="18" charset="-122"/>
                <a:sym typeface="Arial"/>
              </a:rPr>
              <a:t>—</a:t>
            </a:r>
            <a:r>
              <a:rPr lang="zh-CN" altLang="en-US" sz="2000" b="0" dirty="0" smtClean="0">
                <a:solidFill>
                  <a:schemeClr val="tx1"/>
                </a:solidFill>
                <a:latin typeface="思源宋体" panose="02020700000000000000" pitchFamily="18" charset="-122"/>
                <a:ea typeface="思源宋体" panose="02020700000000000000" pitchFamily="18" charset="-122"/>
                <a:sym typeface="Arial"/>
              </a:rPr>
              <a:t>设置</a:t>
            </a:r>
            <a:r>
              <a:rPr lang="en-US" altLang="zh-CN" sz="2000" b="0" dirty="0" smtClean="0">
                <a:solidFill>
                  <a:schemeClr val="tx1"/>
                </a:solidFill>
                <a:latin typeface="思源宋体" panose="02020700000000000000" pitchFamily="18" charset="-122"/>
                <a:ea typeface="思源宋体" panose="02020700000000000000" pitchFamily="18" charset="-122"/>
                <a:sym typeface="Arial"/>
              </a:rPr>
              <a:t>—</a:t>
            </a:r>
            <a:r>
              <a:rPr lang="zh-CN" altLang="en-US" sz="2000" b="0" dirty="0" smtClean="0">
                <a:solidFill>
                  <a:schemeClr val="tx1"/>
                </a:solidFill>
                <a:latin typeface="思源宋体" panose="02020700000000000000" pitchFamily="18" charset="-122"/>
                <a:ea typeface="思源宋体" panose="02020700000000000000" pitchFamily="18" charset="-122"/>
                <a:sym typeface="Arial"/>
              </a:rPr>
              <a:t>人员设置</a:t>
            </a:r>
            <a:r>
              <a:rPr lang="en-US" altLang="zh-CN" sz="2000" b="0" dirty="0" smtClean="0">
                <a:solidFill>
                  <a:schemeClr val="tx1"/>
                </a:solidFill>
                <a:latin typeface="思源宋体" panose="02020700000000000000" pitchFamily="18" charset="-122"/>
                <a:ea typeface="思源宋体" panose="02020700000000000000" pitchFamily="18" charset="-122"/>
                <a:sym typeface="Arial"/>
              </a:rPr>
              <a:t>—</a:t>
            </a:r>
            <a:r>
              <a:rPr lang="zh-CN" altLang="en-US" sz="2000" b="0" dirty="0">
                <a:solidFill>
                  <a:schemeClr val="tx1"/>
                </a:solidFill>
                <a:latin typeface="思源宋体" panose="02020700000000000000" pitchFamily="18" charset="-122"/>
                <a:ea typeface="思源宋体" panose="02020700000000000000" pitchFamily="18" charset="-122"/>
                <a:sym typeface="Arial"/>
              </a:rPr>
              <a:t>临时</a:t>
            </a:r>
            <a:r>
              <a:rPr lang="zh-CN" altLang="en-US" sz="2000" b="0" dirty="0" smtClean="0">
                <a:solidFill>
                  <a:schemeClr val="tx1"/>
                </a:solidFill>
                <a:latin typeface="思源宋体" panose="02020700000000000000" pitchFamily="18" charset="-122"/>
                <a:ea typeface="思源宋体" panose="02020700000000000000" pitchFamily="18" charset="-122"/>
                <a:sym typeface="Arial"/>
              </a:rPr>
              <a:t>（管理员）</a:t>
            </a:r>
            <a:endParaRPr lang="en-US" altLang="zh-CN" sz="2000" b="0" dirty="0" smtClean="0">
              <a:solidFill>
                <a:schemeClr val="tx1"/>
              </a:solidFill>
              <a:latin typeface="思源宋体" panose="02020700000000000000" pitchFamily="18" charset="-122"/>
              <a:ea typeface="思源宋体" panose="02020700000000000000" pitchFamily="18" charset="-122"/>
              <a:sym typeface="Arial"/>
            </a:endParaRPr>
          </a:p>
        </p:txBody>
      </p:sp>
      <p:sp>
        <p:nvSpPr>
          <p:cNvPr id="7" name="文本框 20">
            <a:extLst>
              <a:ext uri="{FF2B5EF4-FFF2-40B4-BE49-F238E27FC236}">
                <a16:creationId xmlns:a16="http://schemas.microsoft.com/office/drawing/2014/main" id="{94782366-33E8-F14D-3C1E-BD4F2695AEE5}"/>
              </a:ext>
            </a:extLst>
          </p:cNvPr>
          <p:cNvSpPr txBox="1">
            <a:spLocks noChangeArrowheads="1"/>
          </p:cNvSpPr>
          <p:nvPr/>
        </p:nvSpPr>
        <p:spPr bwMode="auto">
          <a:xfrm>
            <a:off x="1657421" y="323816"/>
            <a:ext cx="521720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R="0" lvl="0" indent="0" defTabSz="1219200" fontAlgn="auto">
              <a:lnSpc>
                <a:spcPct val="100000"/>
              </a:lnSpc>
              <a:spcBef>
                <a:spcPct val="0"/>
              </a:spcBef>
              <a:spcAft>
                <a:spcPts val="0"/>
              </a:spcAft>
              <a:buClrTx/>
              <a:buSzTx/>
              <a:buFont typeface="思源宋体 CN Heavy" panose="02020900000000000000" pitchFamily="18" charset="-122"/>
              <a:buNone/>
              <a:tabLst/>
              <a:defRPr kumimoji="0" sz="2800" b="1" i="0" u="none" strike="noStrike" kern="0" cap="none" spc="0" normalizeH="0" baseline="0">
                <a:ln>
                  <a:noFill/>
                </a:ln>
                <a:solidFill>
                  <a:prstClr val="black">
                    <a:lumMod val="75000"/>
                    <a:lumOff val="25000"/>
                  </a:prstClr>
                </a:solidFill>
                <a:effectLst/>
                <a:uLnTx/>
                <a:uFillTx/>
                <a:latin typeface="Arial"/>
                <a:ea typeface="微软雅黑"/>
                <a:cs typeface="思源宋体 CN Heavy" panose="02020900000000000000" pitchFamily="18" charset="-122"/>
              </a:defRPr>
            </a:lvl1pPr>
            <a:lvl2pPr marL="742950" indent="-285750">
              <a:lnSpc>
                <a:spcPct val="90000"/>
              </a:lnSpc>
              <a:spcBef>
                <a:spcPts val="500"/>
              </a:spcBef>
              <a:buFont typeface="Arial" panose="020B0604020202020204" pitchFamily="34" charset="0"/>
              <a:buChar char="•"/>
              <a:defRPr sz="2400">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r>
              <a:rPr lang="zh-CN" altLang="zh-CN" sz="2400" dirty="0">
                <a:latin typeface="思源宋体" panose="02020700000000000000" pitchFamily="18" charset="-122"/>
                <a:ea typeface="思源宋体" panose="02020700000000000000" pitchFamily="18" charset="-122"/>
              </a:rPr>
              <a:t>小铃铛的相关信息的操作、</a:t>
            </a:r>
            <a:r>
              <a:rPr lang="zh-CN" altLang="zh-CN" sz="2400" dirty="0" smtClean="0">
                <a:latin typeface="思源宋体" panose="02020700000000000000" pitchFamily="18" charset="-122"/>
                <a:ea typeface="思源宋体" panose="02020700000000000000" pitchFamily="18" charset="-122"/>
              </a:rPr>
              <a:t>设定</a:t>
            </a:r>
            <a:endParaRPr lang="zh-CN" altLang="en-US" sz="2400" dirty="0">
              <a:solidFill>
                <a:schemeClr val="bg2"/>
              </a:solidFill>
              <a:latin typeface="思源宋体" panose="02020700000000000000" pitchFamily="18" charset="-122"/>
              <a:ea typeface="思源宋体" panose="02020700000000000000" pitchFamily="18" charset="-122"/>
            </a:endParaRPr>
          </a:p>
        </p:txBody>
      </p:sp>
      <p:pic>
        <p:nvPicPr>
          <p:cNvPr id="2" name="图片 1"/>
          <p:cNvPicPr>
            <a:picLocks noChangeAspect="1"/>
          </p:cNvPicPr>
          <p:nvPr/>
        </p:nvPicPr>
        <p:blipFill>
          <a:blip r:embed="rId2"/>
          <a:stretch>
            <a:fillRect/>
          </a:stretch>
        </p:blipFill>
        <p:spPr>
          <a:xfrm>
            <a:off x="1296785" y="1238031"/>
            <a:ext cx="9196973" cy="4901344"/>
          </a:xfrm>
          <a:prstGeom prst="rect">
            <a:avLst/>
          </a:prstGeom>
        </p:spPr>
      </p:pic>
      <p:sp>
        <p:nvSpPr>
          <p:cNvPr id="9" name="圆角矩形 8"/>
          <p:cNvSpPr/>
          <p:nvPr/>
        </p:nvSpPr>
        <p:spPr>
          <a:xfrm>
            <a:off x="4039982" y="3252723"/>
            <a:ext cx="4596942" cy="805457"/>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n-US" altLang="zh-CN" sz="1400" dirty="0">
                <a:latin typeface="思源黑体" panose="020B0800000000000000" pitchFamily="34" charset="-122"/>
                <a:ea typeface="思源黑体" panose="020B0800000000000000" pitchFamily="34" charset="-122"/>
              </a:rPr>
              <a:t>1</a:t>
            </a:r>
            <a:r>
              <a:rPr lang="zh-CN" altLang="en-US" sz="1400" dirty="0" smtClean="0">
                <a:latin typeface="思源黑体" panose="020B0800000000000000" pitchFamily="34" charset="-122"/>
                <a:ea typeface="思源黑体" panose="020B0800000000000000" pitchFamily="34" charset="-122"/>
              </a:rPr>
              <a:t>、</a:t>
            </a:r>
            <a:r>
              <a:rPr lang="zh-CN" altLang="en-US" sz="1400" dirty="0">
                <a:latin typeface="思源黑体" panose="020B0800000000000000" pitchFamily="34" charset="-122"/>
                <a:ea typeface="思源黑体" panose="020B0800000000000000" pitchFamily="34" charset="-122"/>
              </a:rPr>
              <a:t>临时</a:t>
            </a:r>
            <a:r>
              <a:rPr lang="zh-CN" altLang="en-US" sz="1400" dirty="0" smtClean="0">
                <a:latin typeface="思源黑体" panose="020B0800000000000000" pitchFamily="34" charset="-122"/>
                <a:ea typeface="思源黑体" panose="020B0800000000000000" pitchFamily="34" charset="-122"/>
              </a:rPr>
              <a:t>逻辑同</a:t>
            </a:r>
            <a:r>
              <a:rPr lang="zh-CN" altLang="en-US" sz="1400" dirty="0">
                <a:latin typeface="思源黑体" panose="020B0800000000000000" pitchFamily="34" charset="-122"/>
                <a:ea typeface="思源黑体" panose="020B0800000000000000" pitchFamily="34" charset="-122"/>
              </a:rPr>
              <a:t>默认</a:t>
            </a:r>
            <a:r>
              <a:rPr lang="zh-CN" altLang="en-US" sz="1400" dirty="0" smtClean="0">
                <a:latin typeface="思源黑体" panose="020B0800000000000000" pitchFamily="34" charset="-122"/>
                <a:ea typeface="思源黑体" panose="020B0800000000000000" pitchFamily="34" charset="-122"/>
              </a:rPr>
              <a:t>逻辑，操作一致，临时相当于设置加班人员，只有当班生效</a:t>
            </a:r>
            <a:endParaRPr lang="en-US" altLang="zh-CN" sz="1400" dirty="0" smtClean="0">
              <a:latin typeface="思源黑体" panose="020B0800000000000000" pitchFamily="34" charset="-122"/>
              <a:ea typeface="思源黑体" panose="020B0800000000000000" pitchFamily="34" charset="-122"/>
            </a:endParaRPr>
          </a:p>
        </p:txBody>
      </p:sp>
    </p:spTree>
    <p:extLst>
      <p:ext uri="{BB962C8B-B14F-4D97-AF65-F5344CB8AC3E}">
        <p14:creationId xmlns:p14="http://schemas.microsoft.com/office/powerpoint/2010/main" val="6981496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文本框 20">
            <a:extLst>
              <a:ext uri="{FF2B5EF4-FFF2-40B4-BE49-F238E27FC236}">
                <a16:creationId xmlns:a16="http://schemas.microsoft.com/office/drawing/2014/main" id="{94782366-33E8-F14D-3C1E-BD4F2695AEE5}"/>
              </a:ext>
            </a:extLst>
          </p:cNvPr>
          <p:cNvSpPr txBox="1">
            <a:spLocks noChangeArrowheads="1"/>
          </p:cNvSpPr>
          <p:nvPr/>
        </p:nvSpPr>
        <p:spPr bwMode="auto">
          <a:xfrm>
            <a:off x="622352" y="329938"/>
            <a:ext cx="67443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R="0" lvl="0" indent="0" defTabSz="1219200" fontAlgn="auto">
              <a:lnSpc>
                <a:spcPct val="100000"/>
              </a:lnSpc>
              <a:spcBef>
                <a:spcPct val="0"/>
              </a:spcBef>
              <a:spcAft>
                <a:spcPts val="0"/>
              </a:spcAft>
              <a:buClrTx/>
              <a:buSzTx/>
              <a:buFont typeface="思源宋体 CN Heavy" panose="02020900000000000000" pitchFamily="18" charset="-122"/>
              <a:buNone/>
              <a:tabLst/>
              <a:defRPr kumimoji="0" sz="2800" b="1" i="0" u="none" strike="noStrike" kern="0" cap="none" spc="0" normalizeH="0" baseline="0">
                <a:ln>
                  <a:noFill/>
                </a:ln>
                <a:solidFill>
                  <a:prstClr val="black">
                    <a:lumMod val="75000"/>
                    <a:lumOff val="25000"/>
                  </a:prstClr>
                </a:solidFill>
                <a:effectLst/>
                <a:uLnTx/>
                <a:uFillTx/>
                <a:latin typeface="Arial"/>
                <a:ea typeface="微软雅黑"/>
                <a:cs typeface="思源宋体 CN Heavy" panose="02020900000000000000" pitchFamily="18" charset="-122"/>
              </a:defRPr>
            </a:lvl1pPr>
            <a:lvl2pPr marL="742950" indent="-285750">
              <a:lnSpc>
                <a:spcPct val="90000"/>
              </a:lnSpc>
              <a:spcBef>
                <a:spcPts val="500"/>
              </a:spcBef>
              <a:buFont typeface="Arial" panose="020B0604020202020204" pitchFamily="34" charset="0"/>
              <a:buChar char="•"/>
              <a:defRPr sz="2400">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pPr algn="ctr"/>
            <a:r>
              <a:rPr lang="en-US" altLang="zh-CN" sz="2400" dirty="0" smtClean="0">
                <a:solidFill>
                  <a:schemeClr val="bg1"/>
                </a:solidFill>
                <a:latin typeface="思源黑体" panose="020B0800000000000000" pitchFamily="34" charset="-122"/>
                <a:ea typeface="思源黑体" panose="020B0800000000000000" pitchFamily="34" charset="-122"/>
                <a:sym typeface="Arial"/>
              </a:rPr>
              <a:t>12</a:t>
            </a:r>
            <a:endParaRPr lang="zh-CN" altLang="en-US" sz="2400" dirty="0">
              <a:solidFill>
                <a:schemeClr val="bg1"/>
              </a:solidFill>
              <a:latin typeface="思源黑体" panose="020B0800000000000000" pitchFamily="34" charset="-122"/>
              <a:ea typeface="思源黑体" panose="020B0800000000000000" pitchFamily="34" charset="-122"/>
              <a:sym typeface="Arial"/>
            </a:endParaRPr>
          </a:p>
        </p:txBody>
      </p:sp>
      <p:pic>
        <p:nvPicPr>
          <p:cNvPr id="2" name="图片 1"/>
          <p:cNvPicPr>
            <a:picLocks noChangeAspect="1"/>
          </p:cNvPicPr>
          <p:nvPr/>
        </p:nvPicPr>
        <p:blipFill>
          <a:blip r:embed="rId2"/>
          <a:stretch>
            <a:fillRect/>
          </a:stretch>
        </p:blipFill>
        <p:spPr>
          <a:xfrm>
            <a:off x="49311" y="1300358"/>
            <a:ext cx="12046266" cy="2917455"/>
          </a:xfrm>
          <a:prstGeom prst="rect">
            <a:avLst/>
          </a:prstGeom>
        </p:spPr>
      </p:pic>
      <p:sp>
        <p:nvSpPr>
          <p:cNvPr id="6" name="文本框 20">
            <a:extLst>
              <a:ext uri="{FF2B5EF4-FFF2-40B4-BE49-F238E27FC236}">
                <a16:creationId xmlns:a16="http://schemas.microsoft.com/office/drawing/2014/main" id="{94782366-33E8-F14D-3C1E-BD4F2695AEE5}"/>
              </a:ext>
            </a:extLst>
          </p:cNvPr>
          <p:cNvSpPr txBox="1">
            <a:spLocks noChangeArrowheads="1"/>
          </p:cNvSpPr>
          <p:nvPr/>
        </p:nvSpPr>
        <p:spPr bwMode="auto">
          <a:xfrm>
            <a:off x="247028" y="684033"/>
            <a:ext cx="9994252"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R="0" lvl="0" indent="0" defTabSz="1219200" fontAlgn="auto">
              <a:lnSpc>
                <a:spcPct val="100000"/>
              </a:lnSpc>
              <a:spcBef>
                <a:spcPct val="0"/>
              </a:spcBef>
              <a:spcAft>
                <a:spcPts val="0"/>
              </a:spcAft>
              <a:buClrTx/>
              <a:buSzTx/>
              <a:buFont typeface="思源宋体 CN Heavy" panose="02020900000000000000" pitchFamily="18" charset="-122"/>
              <a:buNone/>
              <a:tabLst/>
              <a:defRPr kumimoji="0" sz="2800" b="1" i="0" u="none" strike="noStrike" kern="0" cap="none" spc="0" normalizeH="0" baseline="0">
                <a:ln>
                  <a:noFill/>
                </a:ln>
                <a:solidFill>
                  <a:prstClr val="black">
                    <a:lumMod val="75000"/>
                    <a:lumOff val="25000"/>
                  </a:prstClr>
                </a:solidFill>
                <a:effectLst/>
                <a:uLnTx/>
                <a:uFillTx/>
                <a:latin typeface="Arial"/>
                <a:ea typeface="微软雅黑"/>
                <a:cs typeface="思源宋体 CN Heavy" panose="02020900000000000000" pitchFamily="18" charset="-122"/>
              </a:defRPr>
            </a:lvl1pPr>
            <a:lvl2pPr marL="742950" indent="-285750">
              <a:lnSpc>
                <a:spcPct val="90000"/>
              </a:lnSpc>
              <a:spcBef>
                <a:spcPts val="500"/>
              </a:spcBef>
              <a:buFont typeface="Arial" panose="020B0604020202020204" pitchFamily="34" charset="0"/>
              <a:buChar char="•"/>
              <a:defRPr sz="2400">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pPr>
              <a:lnSpc>
                <a:spcPct val="150000"/>
              </a:lnSpc>
            </a:pPr>
            <a:r>
              <a:rPr lang="en-US" altLang="zh-CN" sz="2000" b="0" dirty="0">
                <a:solidFill>
                  <a:schemeClr val="tx1"/>
                </a:solidFill>
                <a:latin typeface="思源宋体" panose="02020700000000000000" pitchFamily="18" charset="-122"/>
                <a:ea typeface="思源宋体" panose="02020700000000000000" pitchFamily="18" charset="-122"/>
                <a:sym typeface="Arial"/>
              </a:rPr>
              <a:t>7</a:t>
            </a:r>
            <a:r>
              <a:rPr lang="en-US" altLang="zh-CN" sz="2000" b="0" dirty="0" smtClean="0">
                <a:solidFill>
                  <a:schemeClr val="tx1"/>
                </a:solidFill>
                <a:latin typeface="思源宋体" panose="02020700000000000000" pitchFamily="18" charset="-122"/>
                <a:ea typeface="思源宋体" panose="02020700000000000000" pitchFamily="18" charset="-122"/>
                <a:sym typeface="Arial"/>
              </a:rPr>
              <a:t>.</a:t>
            </a:r>
            <a:r>
              <a:rPr lang="zh-CN" altLang="en-US" sz="2000" b="0" dirty="0" smtClean="0">
                <a:solidFill>
                  <a:schemeClr val="tx1"/>
                </a:solidFill>
                <a:latin typeface="思源宋体" panose="02020700000000000000" pitchFamily="18" charset="-122"/>
                <a:ea typeface="思源宋体" panose="02020700000000000000" pitchFamily="18" charset="-122"/>
                <a:sym typeface="Arial"/>
              </a:rPr>
              <a:t>制造讯息中心主页面</a:t>
            </a:r>
            <a:r>
              <a:rPr lang="en-US" altLang="zh-CN" sz="2000" b="0" dirty="0" smtClean="0">
                <a:solidFill>
                  <a:schemeClr val="tx1"/>
                </a:solidFill>
                <a:latin typeface="思源宋体" panose="02020700000000000000" pitchFamily="18" charset="-122"/>
                <a:ea typeface="思源宋体" panose="02020700000000000000" pitchFamily="18" charset="-122"/>
                <a:sym typeface="Arial"/>
              </a:rPr>
              <a:t>—</a:t>
            </a:r>
            <a:r>
              <a:rPr lang="zh-CN" altLang="en-US" sz="2000" b="0" dirty="0" smtClean="0">
                <a:solidFill>
                  <a:schemeClr val="tx1"/>
                </a:solidFill>
                <a:latin typeface="思源宋体" panose="02020700000000000000" pitchFamily="18" charset="-122"/>
                <a:ea typeface="思源宋体" panose="02020700000000000000" pitchFamily="18" charset="-122"/>
                <a:sym typeface="Arial"/>
              </a:rPr>
              <a:t>设置</a:t>
            </a:r>
            <a:r>
              <a:rPr lang="en-US" altLang="zh-CN" sz="2000" b="0" dirty="0" smtClean="0">
                <a:solidFill>
                  <a:schemeClr val="tx1"/>
                </a:solidFill>
                <a:latin typeface="思源宋体" panose="02020700000000000000" pitchFamily="18" charset="-122"/>
                <a:ea typeface="思源宋体" panose="02020700000000000000" pitchFamily="18" charset="-122"/>
                <a:sym typeface="Arial"/>
              </a:rPr>
              <a:t>—</a:t>
            </a:r>
            <a:r>
              <a:rPr lang="zh-CN" altLang="en-US" sz="2000" b="0" dirty="0">
                <a:solidFill>
                  <a:schemeClr val="tx1"/>
                </a:solidFill>
                <a:latin typeface="思源宋体" panose="02020700000000000000" pitchFamily="18" charset="-122"/>
                <a:ea typeface="思源宋体" panose="02020700000000000000" pitchFamily="18" charset="-122"/>
                <a:sym typeface="Arial"/>
              </a:rPr>
              <a:t>报警</a:t>
            </a:r>
            <a:r>
              <a:rPr lang="zh-CN" altLang="en-US" sz="2000" b="0" dirty="0" smtClean="0">
                <a:solidFill>
                  <a:schemeClr val="tx1"/>
                </a:solidFill>
                <a:latin typeface="思源宋体" panose="02020700000000000000" pitchFamily="18" charset="-122"/>
                <a:ea typeface="思源宋体" panose="02020700000000000000" pitchFamily="18" charset="-122"/>
                <a:sym typeface="Arial"/>
              </a:rPr>
              <a:t>设置（管理员页面，</a:t>
            </a:r>
            <a:r>
              <a:rPr lang="zh-CN" altLang="en-US" sz="2000" b="0" dirty="0">
                <a:solidFill>
                  <a:schemeClr val="tx1"/>
                </a:solidFill>
                <a:latin typeface="思源宋体" panose="02020700000000000000" pitchFamily="18" charset="-122"/>
                <a:ea typeface="思源宋体" panose="02020700000000000000" pitchFamily="18" charset="-122"/>
                <a:sym typeface="Arial"/>
              </a:rPr>
              <a:t>非管理员无此设置</a:t>
            </a:r>
            <a:r>
              <a:rPr lang="zh-CN" altLang="en-US" sz="2000" b="0" dirty="0" smtClean="0">
                <a:solidFill>
                  <a:schemeClr val="tx1"/>
                </a:solidFill>
                <a:latin typeface="思源宋体" panose="02020700000000000000" pitchFamily="18" charset="-122"/>
                <a:ea typeface="思源宋体" panose="02020700000000000000" pitchFamily="18" charset="-122"/>
                <a:sym typeface="Arial"/>
              </a:rPr>
              <a:t>）</a:t>
            </a:r>
            <a:endParaRPr lang="en-US" altLang="zh-CN" sz="2000" b="0" dirty="0" smtClean="0">
              <a:solidFill>
                <a:schemeClr val="tx1"/>
              </a:solidFill>
              <a:latin typeface="思源宋体" panose="02020700000000000000" pitchFamily="18" charset="-122"/>
              <a:ea typeface="思源宋体" panose="02020700000000000000" pitchFamily="18" charset="-122"/>
              <a:sym typeface="Arial"/>
            </a:endParaRPr>
          </a:p>
        </p:txBody>
      </p:sp>
      <p:pic>
        <p:nvPicPr>
          <p:cNvPr id="3" name="图片 2"/>
          <p:cNvPicPr>
            <a:picLocks noChangeAspect="1"/>
          </p:cNvPicPr>
          <p:nvPr/>
        </p:nvPicPr>
        <p:blipFill>
          <a:blip r:embed="rId3"/>
          <a:stretch>
            <a:fillRect/>
          </a:stretch>
        </p:blipFill>
        <p:spPr>
          <a:xfrm>
            <a:off x="3142211" y="2242505"/>
            <a:ext cx="5782714" cy="4517285"/>
          </a:xfrm>
          <a:prstGeom prst="rect">
            <a:avLst/>
          </a:prstGeom>
        </p:spPr>
      </p:pic>
      <p:sp>
        <p:nvSpPr>
          <p:cNvPr id="4" name="矩形 3"/>
          <p:cNvSpPr/>
          <p:nvPr/>
        </p:nvSpPr>
        <p:spPr>
          <a:xfrm>
            <a:off x="182880" y="1878676"/>
            <a:ext cx="615142" cy="23275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箭头连接符 7"/>
          <p:cNvCxnSpPr/>
          <p:nvPr/>
        </p:nvCxnSpPr>
        <p:spPr>
          <a:xfrm>
            <a:off x="959568" y="2053244"/>
            <a:ext cx="2182643" cy="339397"/>
          </a:xfrm>
          <a:prstGeom prst="straightConnector1">
            <a:avLst/>
          </a:prstGeom>
          <a:ln w="38100">
            <a:solidFill>
              <a:srgbClr val="FF0000"/>
            </a:solidFill>
            <a:tailEnd type="triangle"/>
          </a:ln>
        </p:spPr>
        <p:style>
          <a:lnRef idx="3">
            <a:schemeClr val="accent2"/>
          </a:lnRef>
          <a:fillRef idx="0">
            <a:schemeClr val="accent2"/>
          </a:fillRef>
          <a:effectRef idx="2">
            <a:schemeClr val="accent2"/>
          </a:effectRef>
          <a:fontRef idx="minor">
            <a:schemeClr val="tx1"/>
          </a:fontRef>
        </p:style>
      </p:cxnSp>
      <p:sp>
        <p:nvSpPr>
          <p:cNvPr id="10" name="圆角矩形 9"/>
          <p:cNvSpPr/>
          <p:nvPr/>
        </p:nvSpPr>
        <p:spPr>
          <a:xfrm>
            <a:off x="523702" y="4355869"/>
            <a:ext cx="2464170" cy="871287"/>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sz="1400" dirty="0" smtClean="0">
                <a:latin typeface="思源黑体" panose="020B0800000000000000" pitchFamily="34" charset="-122"/>
                <a:ea typeface="思源黑体" panose="020B0800000000000000" pitchFamily="34" charset="-122"/>
              </a:rPr>
              <a:t>1</a:t>
            </a:r>
            <a:r>
              <a:rPr lang="zh-CN" altLang="en-US" sz="1400" dirty="0" smtClean="0">
                <a:latin typeface="思源黑体" panose="020B0800000000000000" pitchFamily="34" charset="-122"/>
                <a:ea typeface="思源黑体" panose="020B0800000000000000" pitchFamily="34" charset="-122"/>
              </a:rPr>
              <a:t>、根据报警类型设置负责人，报警优先从该设置匹配负责人，如未设置则从步骤四配置的负责人选取</a:t>
            </a:r>
            <a:endParaRPr lang="en-US" altLang="zh-CN" sz="1400" dirty="0" smtClean="0">
              <a:latin typeface="思源黑体" panose="020B0800000000000000" pitchFamily="34" charset="-122"/>
              <a:ea typeface="思源黑体" panose="020B0800000000000000" pitchFamily="34" charset="-122"/>
            </a:endParaRPr>
          </a:p>
        </p:txBody>
      </p:sp>
      <p:sp>
        <p:nvSpPr>
          <p:cNvPr id="11" name="文本框 20">
            <a:extLst>
              <a:ext uri="{FF2B5EF4-FFF2-40B4-BE49-F238E27FC236}">
                <a16:creationId xmlns:a16="http://schemas.microsoft.com/office/drawing/2014/main" id="{94782366-33E8-F14D-3C1E-BD4F2695AEE5}"/>
              </a:ext>
            </a:extLst>
          </p:cNvPr>
          <p:cNvSpPr txBox="1">
            <a:spLocks noChangeArrowheads="1"/>
          </p:cNvSpPr>
          <p:nvPr/>
        </p:nvSpPr>
        <p:spPr bwMode="auto">
          <a:xfrm>
            <a:off x="1657421" y="323816"/>
            <a:ext cx="521720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R="0" lvl="0" indent="0" defTabSz="1219200" fontAlgn="auto">
              <a:lnSpc>
                <a:spcPct val="100000"/>
              </a:lnSpc>
              <a:spcBef>
                <a:spcPct val="0"/>
              </a:spcBef>
              <a:spcAft>
                <a:spcPts val="0"/>
              </a:spcAft>
              <a:buClrTx/>
              <a:buSzTx/>
              <a:buFont typeface="思源宋体 CN Heavy" panose="02020900000000000000" pitchFamily="18" charset="-122"/>
              <a:buNone/>
              <a:tabLst/>
              <a:defRPr kumimoji="0" sz="2800" b="1" i="0" u="none" strike="noStrike" kern="0" cap="none" spc="0" normalizeH="0" baseline="0">
                <a:ln>
                  <a:noFill/>
                </a:ln>
                <a:solidFill>
                  <a:prstClr val="black">
                    <a:lumMod val="75000"/>
                    <a:lumOff val="25000"/>
                  </a:prstClr>
                </a:solidFill>
                <a:effectLst/>
                <a:uLnTx/>
                <a:uFillTx/>
                <a:latin typeface="Arial"/>
                <a:ea typeface="微软雅黑"/>
                <a:cs typeface="思源宋体 CN Heavy" panose="02020900000000000000" pitchFamily="18" charset="-122"/>
              </a:defRPr>
            </a:lvl1pPr>
            <a:lvl2pPr marL="742950" indent="-285750">
              <a:lnSpc>
                <a:spcPct val="90000"/>
              </a:lnSpc>
              <a:spcBef>
                <a:spcPts val="500"/>
              </a:spcBef>
              <a:buFont typeface="Arial" panose="020B0604020202020204" pitchFamily="34" charset="0"/>
              <a:buChar char="•"/>
              <a:defRPr sz="2400">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r>
              <a:rPr lang="zh-CN" altLang="zh-CN" sz="2400" dirty="0">
                <a:latin typeface="思源宋体" panose="02020700000000000000" pitchFamily="18" charset="-122"/>
                <a:ea typeface="思源宋体" panose="02020700000000000000" pitchFamily="18" charset="-122"/>
              </a:rPr>
              <a:t>小铃铛的相关信息的操作、</a:t>
            </a:r>
            <a:r>
              <a:rPr lang="zh-CN" altLang="zh-CN" sz="2400" dirty="0" smtClean="0">
                <a:latin typeface="思源宋体" panose="02020700000000000000" pitchFamily="18" charset="-122"/>
                <a:ea typeface="思源宋体" panose="02020700000000000000" pitchFamily="18" charset="-122"/>
              </a:rPr>
              <a:t>设定</a:t>
            </a:r>
            <a:endParaRPr lang="zh-CN" altLang="en-US" sz="2400" dirty="0">
              <a:solidFill>
                <a:schemeClr val="bg2"/>
              </a:solidFill>
              <a:latin typeface="思源宋体" panose="02020700000000000000" pitchFamily="18" charset="-122"/>
              <a:ea typeface="思源宋体" panose="02020700000000000000" pitchFamily="18" charset="-122"/>
            </a:endParaRPr>
          </a:p>
        </p:txBody>
      </p:sp>
    </p:spTree>
    <p:extLst>
      <p:ext uri="{BB962C8B-B14F-4D97-AF65-F5344CB8AC3E}">
        <p14:creationId xmlns:p14="http://schemas.microsoft.com/office/powerpoint/2010/main" val="6352512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文本框 20">
            <a:extLst>
              <a:ext uri="{FF2B5EF4-FFF2-40B4-BE49-F238E27FC236}">
                <a16:creationId xmlns:a16="http://schemas.microsoft.com/office/drawing/2014/main" id="{94782366-33E8-F14D-3C1E-BD4F2695AEE5}"/>
              </a:ext>
            </a:extLst>
          </p:cNvPr>
          <p:cNvSpPr txBox="1">
            <a:spLocks noChangeArrowheads="1"/>
          </p:cNvSpPr>
          <p:nvPr/>
        </p:nvSpPr>
        <p:spPr bwMode="auto">
          <a:xfrm>
            <a:off x="622352" y="329938"/>
            <a:ext cx="67443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R="0" lvl="0" indent="0" defTabSz="1219200" fontAlgn="auto">
              <a:lnSpc>
                <a:spcPct val="100000"/>
              </a:lnSpc>
              <a:spcBef>
                <a:spcPct val="0"/>
              </a:spcBef>
              <a:spcAft>
                <a:spcPts val="0"/>
              </a:spcAft>
              <a:buClrTx/>
              <a:buSzTx/>
              <a:buFont typeface="思源宋体 CN Heavy" panose="02020900000000000000" pitchFamily="18" charset="-122"/>
              <a:buNone/>
              <a:tabLst/>
              <a:defRPr kumimoji="0" sz="2800" b="1" i="0" u="none" strike="noStrike" kern="0" cap="none" spc="0" normalizeH="0" baseline="0">
                <a:ln>
                  <a:noFill/>
                </a:ln>
                <a:solidFill>
                  <a:prstClr val="black">
                    <a:lumMod val="75000"/>
                    <a:lumOff val="25000"/>
                  </a:prstClr>
                </a:solidFill>
                <a:effectLst/>
                <a:uLnTx/>
                <a:uFillTx/>
                <a:latin typeface="Arial"/>
                <a:ea typeface="微软雅黑"/>
                <a:cs typeface="思源宋体 CN Heavy" panose="02020900000000000000" pitchFamily="18" charset="-122"/>
              </a:defRPr>
            </a:lvl1pPr>
            <a:lvl2pPr marL="742950" indent="-285750">
              <a:lnSpc>
                <a:spcPct val="90000"/>
              </a:lnSpc>
              <a:spcBef>
                <a:spcPts val="500"/>
              </a:spcBef>
              <a:buFont typeface="Arial" panose="020B0604020202020204" pitchFamily="34" charset="0"/>
              <a:buChar char="•"/>
              <a:defRPr sz="2400">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pPr algn="ctr"/>
            <a:r>
              <a:rPr lang="en-US" altLang="zh-CN" sz="2400" dirty="0" smtClean="0">
                <a:solidFill>
                  <a:schemeClr val="bg1"/>
                </a:solidFill>
                <a:latin typeface="思源黑体" panose="020B0800000000000000" pitchFamily="34" charset="-122"/>
                <a:ea typeface="思源黑体" panose="020B0800000000000000" pitchFamily="34" charset="-122"/>
                <a:sym typeface="Arial"/>
              </a:rPr>
              <a:t>13</a:t>
            </a:r>
            <a:endParaRPr lang="zh-CN" altLang="en-US" sz="2400" dirty="0">
              <a:solidFill>
                <a:schemeClr val="bg1"/>
              </a:solidFill>
              <a:latin typeface="思源黑体" panose="020B0800000000000000" pitchFamily="34" charset="-122"/>
              <a:ea typeface="思源黑体" panose="020B0800000000000000" pitchFamily="34" charset="-122"/>
              <a:sym typeface="Arial"/>
            </a:endParaRPr>
          </a:p>
        </p:txBody>
      </p:sp>
      <p:pic>
        <p:nvPicPr>
          <p:cNvPr id="3" name="图片 2"/>
          <p:cNvPicPr>
            <a:picLocks noChangeAspect="1"/>
          </p:cNvPicPr>
          <p:nvPr/>
        </p:nvPicPr>
        <p:blipFill>
          <a:blip r:embed="rId2"/>
          <a:stretch>
            <a:fillRect/>
          </a:stretch>
        </p:blipFill>
        <p:spPr>
          <a:xfrm>
            <a:off x="457909" y="1316683"/>
            <a:ext cx="11207042" cy="4790796"/>
          </a:xfrm>
          <a:prstGeom prst="rect">
            <a:avLst/>
          </a:prstGeom>
        </p:spPr>
      </p:pic>
      <p:sp>
        <p:nvSpPr>
          <p:cNvPr id="6" name="文本框 20">
            <a:extLst>
              <a:ext uri="{FF2B5EF4-FFF2-40B4-BE49-F238E27FC236}">
                <a16:creationId xmlns:a16="http://schemas.microsoft.com/office/drawing/2014/main" id="{94782366-33E8-F14D-3C1E-BD4F2695AEE5}"/>
              </a:ext>
            </a:extLst>
          </p:cNvPr>
          <p:cNvSpPr txBox="1">
            <a:spLocks noChangeArrowheads="1"/>
          </p:cNvSpPr>
          <p:nvPr/>
        </p:nvSpPr>
        <p:spPr bwMode="auto">
          <a:xfrm>
            <a:off x="247028" y="684033"/>
            <a:ext cx="9994252"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R="0" lvl="0" indent="0" defTabSz="1219200" fontAlgn="auto">
              <a:lnSpc>
                <a:spcPct val="100000"/>
              </a:lnSpc>
              <a:spcBef>
                <a:spcPct val="0"/>
              </a:spcBef>
              <a:spcAft>
                <a:spcPts val="0"/>
              </a:spcAft>
              <a:buClrTx/>
              <a:buSzTx/>
              <a:buFont typeface="思源宋体 CN Heavy" panose="02020900000000000000" pitchFamily="18" charset="-122"/>
              <a:buNone/>
              <a:tabLst/>
              <a:defRPr kumimoji="0" sz="2800" b="1" i="0" u="none" strike="noStrike" kern="0" cap="none" spc="0" normalizeH="0" baseline="0">
                <a:ln>
                  <a:noFill/>
                </a:ln>
                <a:solidFill>
                  <a:prstClr val="black">
                    <a:lumMod val="75000"/>
                    <a:lumOff val="25000"/>
                  </a:prstClr>
                </a:solidFill>
                <a:effectLst/>
                <a:uLnTx/>
                <a:uFillTx/>
                <a:latin typeface="Arial"/>
                <a:ea typeface="微软雅黑"/>
                <a:cs typeface="思源宋体 CN Heavy" panose="02020900000000000000" pitchFamily="18" charset="-122"/>
              </a:defRPr>
            </a:lvl1pPr>
            <a:lvl2pPr marL="742950" indent="-285750">
              <a:lnSpc>
                <a:spcPct val="90000"/>
              </a:lnSpc>
              <a:spcBef>
                <a:spcPts val="500"/>
              </a:spcBef>
              <a:buFont typeface="Arial" panose="020B0604020202020204" pitchFamily="34" charset="0"/>
              <a:buChar char="•"/>
              <a:defRPr sz="2400">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pPr>
              <a:lnSpc>
                <a:spcPct val="150000"/>
              </a:lnSpc>
            </a:pPr>
            <a:r>
              <a:rPr lang="en-US" altLang="zh-CN" sz="2000" b="0" dirty="0">
                <a:solidFill>
                  <a:schemeClr val="tx1"/>
                </a:solidFill>
                <a:latin typeface="思源宋体" panose="02020700000000000000" pitchFamily="18" charset="-122"/>
                <a:ea typeface="思源宋体" panose="02020700000000000000" pitchFamily="18" charset="-122"/>
                <a:sym typeface="Arial"/>
              </a:rPr>
              <a:t>8</a:t>
            </a:r>
            <a:r>
              <a:rPr lang="en-US" altLang="zh-CN" sz="2000" b="0" dirty="0" smtClean="0">
                <a:solidFill>
                  <a:schemeClr val="tx1"/>
                </a:solidFill>
                <a:latin typeface="思源宋体" panose="02020700000000000000" pitchFamily="18" charset="-122"/>
                <a:ea typeface="思源宋体" panose="02020700000000000000" pitchFamily="18" charset="-122"/>
                <a:sym typeface="Arial"/>
              </a:rPr>
              <a:t>.</a:t>
            </a:r>
            <a:r>
              <a:rPr lang="zh-CN" altLang="en-US" sz="2000" b="0" dirty="0" smtClean="0">
                <a:solidFill>
                  <a:schemeClr val="tx1"/>
                </a:solidFill>
                <a:latin typeface="思源宋体" panose="02020700000000000000" pitchFamily="18" charset="-122"/>
                <a:ea typeface="思源宋体" panose="02020700000000000000" pitchFamily="18" charset="-122"/>
                <a:sym typeface="Arial"/>
              </a:rPr>
              <a:t>制造讯息中心主页面</a:t>
            </a:r>
            <a:r>
              <a:rPr lang="en-US" altLang="zh-CN" sz="2000" b="0" dirty="0" smtClean="0">
                <a:solidFill>
                  <a:schemeClr val="tx1"/>
                </a:solidFill>
                <a:latin typeface="思源宋体" panose="02020700000000000000" pitchFamily="18" charset="-122"/>
                <a:ea typeface="思源宋体" panose="02020700000000000000" pitchFamily="18" charset="-122"/>
                <a:sym typeface="Arial"/>
              </a:rPr>
              <a:t>—</a:t>
            </a:r>
            <a:r>
              <a:rPr lang="zh-CN" altLang="en-US" sz="2000" b="0" dirty="0" smtClean="0">
                <a:solidFill>
                  <a:schemeClr val="tx1"/>
                </a:solidFill>
                <a:latin typeface="思源宋体" panose="02020700000000000000" pitchFamily="18" charset="-122"/>
                <a:ea typeface="思源宋体" panose="02020700000000000000" pitchFamily="18" charset="-122"/>
                <a:sym typeface="Arial"/>
              </a:rPr>
              <a:t>设置</a:t>
            </a:r>
            <a:r>
              <a:rPr lang="en-US" altLang="zh-CN" sz="2000" b="0" dirty="0" smtClean="0">
                <a:solidFill>
                  <a:schemeClr val="tx1"/>
                </a:solidFill>
                <a:latin typeface="思源宋体" panose="02020700000000000000" pitchFamily="18" charset="-122"/>
                <a:ea typeface="思源宋体" panose="02020700000000000000" pitchFamily="18" charset="-122"/>
                <a:sym typeface="Arial"/>
              </a:rPr>
              <a:t>—</a:t>
            </a:r>
            <a:r>
              <a:rPr lang="zh-CN" altLang="en-US" sz="2000" b="0" dirty="0">
                <a:solidFill>
                  <a:schemeClr val="tx1"/>
                </a:solidFill>
                <a:latin typeface="思源宋体" panose="02020700000000000000" pitchFamily="18" charset="-122"/>
                <a:ea typeface="思源宋体" panose="02020700000000000000" pitchFamily="18" charset="-122"/>
                <a:sym typeface="Arial"/>
              </a:rPr>
              <a:t>代理</a:t>
            </a:r>
            <a:r>
              <a:rPr lang="zh-CN" altLang="en-US" sz="2000" b="0" dirty="0" smtClean="0">
                <a:solidFill>
                  <a:schemeClr val="tx1"/>
                </a:solidFill>
                <a:latin typeface="思源宋体" panose="02020700000000000000" pitchFamily="18" charset="-122"/>
                <a:ea typeface="思源宋体" panose="02020700000000000000" pitchFamily="18" charset="-122"/>
                <a:sym typeface="Arial"/>
              </a:rPr>
              <a:t>设置（管理员</a:t>
            </a:r>
            <a:r>
              <a:rPr lang="en-US" altLang="zh-CN" sz="2000" b="0" dirty="0" smtClean="0">
                <a:solidFill>
                  <a:schemeClr val="tx1"/>
                </a:solidFill>
                <a:latin typeface="思源宋体" panose="02020700000000000000" pitchFamily="18" charset="-122"/>
                <a:ea typeface="思源宋体" panose="02020700000000000000" pitchFamily="18" charset="-122"/>
                <a:sym typeface="Arial"/>
              </a:rPr>
              <a:t>/</a:t>
            </a:r>
            <a:r>
              <a:rPr lang="zh-CN" altLang="en-US" sz="2000" b="0" dirty="0" smtClean="0">
                <a:solidFill>
                  <a:schemeClr val="tx1"/>
                </a:solidFill>
                <a:latin typeface="思源宋体" panose="02020700000000000000" pitchFamily="18" charset="-122"/>
                <a:ea typeface="思源宋体" panose="02020700000000000000" pitchFamily="18" charset="-122"/>
                <a:sym typeface="Arial"/>
              </a:rPr>
              <a:t>非管理员均有此</a:t>
            </a:r>
            <a:r>
              <a:rPr lang="zh-CN" altLang="en-US" sz="2000" b="0" dirty="0">
                <a:solidFill>
                  <a:schemeClr val="tx1"/>
                </a:solidFill>
                <a:latin typeface="思源宋体" panose="02020700000000000000" pitchFamily="18" charset="-122"/>
                <a:ea typeface="思源宋体" panose="02020700000000000000" pitchFamily="18" charset="-122"/>
                <a:sym typeface="Arial"/>
              </a:rPr>
              <a:t>设置</a:t>
            </a:r>
            <a:r>
              <a:rPr lang="zh-CN" altLang="en-US" sz="2000" b="0" dirty="0" smtClean="0">
                <a:solidFill>
                  <a:schemeClr val="tx1"/>
                </a:solidFill>
                <a:latin typeface="思源宋体" panose="02020700000000000000" pitchFamily="18" charset="-122"/>
                <a:ea typeface="思源宋体" panose="02020700000000000000" pitchFamily="18" charset="-122"/>
                <a:sym typeface="Arial"/>
              </a:rPr>
              <a:t>）</a:t>
            </a:r>
            <a:endParaRPr lang="en-US" altLang="zh-CN" sz="2000" b="0" dirty="0" smtClean="0">
              <a:solidFill>
                <a:schemeClr val="tx1"/>
              </a:solidFill>
              <a:latin typeface="思源宋体" panose="02020700000000000000" pitchFamily="18" charset="-122"/>
              <a:ea typeface="思源宋体" panose="02020700000000000000" pitchFamily="18" charset="-122"/>
              <a:sym typeface="Arial"/>
            </a:endParaRPr>
          </a:p>
        </p:txBody>
      </p:sp>
      <p:pic>
        <p:nvPicPr>
          <p:cNvPr id="4" name="图片 3"/>
          <p:cNvPicPr>
            <a:picLocks noChangeAspect="1"/>
          </p:cNvPicPr>
          <p:nvPr/>
        </p:nvPicPr>
        <p:blipFill>
          <a:blip r:embed="rId3"/>
          <a:stretch>
            <a:fillRect/>
          </a:stretch>
        </p:blipFill>
        <p:spPr>
          <a:xfrm>
            <a:off x="1147156" y="2549747"/>
            <a:ext cx="5184198" cy="3911233"/>
          </a:xfrm>
          <a:prstGeom prst="rect">
            <a:avLst/>
          </a:prstGeom>
        </p:spPr>
      </p:pic>
      <p:pic>
        <p:nvPicPr>
          <p:cNvPr id="7" name="图片 6"/>
          <p:cNvPicPr>
            <a:picLocks noChangeAspect="1"/>
          </p:cNvPicPr>
          <p:nvPr/>
        </p:nvPicPr>
        <p:blipFill>
          <a:blip r:embed="rId4"/>
          <a:stretch>
            <a:fillRect/>
          </a:stretch>
        </p:blipFill>
        <p:spPr>
          <a:xfrm>
            <a:off x="6635420" y="2549747"/>
            <a:ext cx="5029531" cy="3794545"/>
          </a:xfrm>
          <a:prstGeom prst="rect">
            <a:avLst/>
          </a:prstGeom>
        </p:spPr>
      </p:pic>
      <p:sp>
        <p:nvSpPr>
          <p:cNvPr id="8" name="矩形 7"/>
          <p:cNvSpPr/>
          <p:nvPr/>
        </p:nvSpPr>
        <p:spPr>
          <a:xfrm>
            <a:off x="889462" y="1438102"/>
            <a:ext cx="407323" cy="25769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622352" y="2134249"/>
            <a:ext cx="674433" cy="24319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2128058" y="4039985"/>
            <a:ext cx="3258589" cy="145472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箭头连接符 11"/>
          <p:cNvCxnSpPr/>
          <p:nvPr/>
        </p:nvCxnSpPr>
        <p:spPr>
          <a:xfrm flipH="1">
            <a:off x="1093123" y="1736230"/>
            <a:ext cx="54033" cy="355752"/>
          </a:xfrm>
          <a:prstGeom prst="straightConnector1">
            <a:avLst/>
          </a:prstGeom>
          <a:ln w="38100">
            <a:solidFill>
              <a:srgbClr val="FF0000"/>
            </a:solidFill>
            <a:tailEnd type="triangle"/>
          </a:ln>
        </p:spPr>
        <p:style>
          <a:lnRef idx="3">
            <a:schemeClr val="accent2"/>
          </a:lnRef>
          <a:fillRef idx="0">
            <a:schemeClr val="accent2"/>
          </a:fillRef>
          <a:effectRef idx="2">
            <a:schemeClr val="accent2"/>
          </a:effectRef>
          <a:fontRef idx="minor">
            <a:schemeClr val="tx1"/>
          </a:fontRef>
        </p:style>
      </p:cxnSp>
      <p:cxnSp>
        <p:nvCxnSpPr>
          <p:cNvPr id="14" name="直接箭头连接符 13"/>
          <p:cNvCxnSpPr/>
          <p:nvPr/>
        </p:nvCxnSpPr>
        <p:spPr>
          <a:xfrm>
            <a:off x="1296785" y="2478746"/>
            <a:ext cx="1837113" cy="1486425"/>
          </a:xfrm>
          <a:prstGeom prst="straightConnector1">
            <a:avLst/>
          </a:prstGeom>
          <a:ln w="38100">
            <a:solidFill>
              <a:srgbClr val="FF0000"/>
            </a:solidFill>
            <a:tailEnd type="triangle"/>
          </a:ln>
        </p:spPr>
        <p:style>
          <a:lnRef idx="3">
            <a:schemeClr val="accent2"/>
          </a:lnRef>
          <a:fillRef idx="0">
            <a:schemeClr val="accent2"/>
          </a:fillRef>
          <a:effectRef idx="2">
            <a:schemeClr val="accent2"/>
          </a:effectRef>
          <a:fontRef idx="minor">
            <a:schemeClr val="tx1"/>
          </a:fontRef>
        </p:style>
      </p:cxnSp>
      <p:sp>
        <p:nvSpPr>
          <p:cNvPr id="15" name="矩形 14"/>
          <p:cNvSpPr/>
          <p:nvPr/>
        </p:nvSpPr>
        <p:spPr>
          <a:xfrm>
            <a:off x="4405745" y="2728269"/>
            <a:ext cx="1296786" cy="37237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 name="直接箭头连接符 16"/>
          <p:cNvCxnSpPr/>
          <p:nvPr/>
        </p:nvCxnSpPr>
        <p:spPr>
          <a:xfrm>
            <a:off x="5834994" y="2867891"/>
            <a:ext cx="916037" cy="473825"/>
          </a:xfrm>
          <a:prstGeom prst="straightConnector1">
            <a:avLst/>
          </a:prstGeom>
          <a:ln w="38100">
            <a:solidFill>
              <a:srgbClr val="FF0000"/>
            </a:solidFill>
            <a:tailEnd type="triangle"/>
          </a:ln>
        </p:spPr>
        <p:style>
          <a:lnRef idx="3">
            <a:schemeClr val="accent2"/>
          </a:lnRef>
          <a:fillRef idx="0">
            <a:schemeClr val="accent2"/>
          </a:fillRef>
          <a:effectRef idx="2">
            <a:schemeClr val="accent2"/>
          </a:effectRef>
          <a:fontRef idx="minor">
            <a:schemeClr val="tx1"/>
          </a:fontRef>
        </p:style>
      </p:cxnSp>
      <p:sp>
        <p:nvSpPr>
          <p:cNvPr id="19" name="圆角矩形 18"/>
          <p:cNvSpPr/>
          <p:nvPr/>
        </p:nvSpPr>
        <p:spPr>
          <a:xfrm>
            <a:off x="4995949" y="1534012"/>
            <a:ext cx="2443401" cy="778922"/>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sz="1400" dirty="0">
                <a:latin typeface="思源黑体" panose="020B0800000000000000" pitchFamily="34" charset="-122"/>
                <a:ea typeface="思源黑体" panose="020B0800000000000000" pitchFamily="34" charset="-122"/>
              </a:rPr>
              <a:t>1</a:t>
            </a:r>
            <a:r>
              <a:rPr lang="zh-CN" altLang="en-US" sz="1400" dirty="0" smtClean="0">
                <a:latin typeface="思源黑体" panose="020B0800000000000000" pitchFamily="34" charset="-122"/>
                <a:ea typeface="思源黑体" panose="020B0800000000000000" pitchFamily="34" charset="-122"/>
              </a:rPr>
              <a:t>、设置代理人，负责人因其他因素导致离开电脑旁，可设置代理人帮忙监控报警</a:t>
            </a:r>
            <a:endParaRPr lang="en-US" altLang="zh-CN" sz="1400" dirty="0" smtClean="0">
              <a:latin typeface="思源黑体" panose="020B0800000000000000" pitchFamily="34" charset="-122"/>
              <a:ea typeface="思源黑体" panose="020B0800000000000000" pitchFamily="34" charset="-122"/>
            </a:endParaRPr>
          </a:p>
        </p:txBody>
      </p:sp>
      <p:sp>
        <p:nvSpPr>
          <p:cNvPr id="16" name="文本框 20">
            <a:extLst>
              <a:ext uri="{FF2B5EF4-FFF2-40B4-BE49-F238E27FC236}">
                <a16:creationId xmlns:a16="http://schemas.microsoft.com/office/drawing/2014/main" id="{94782366-33E8-F14D-3C1E-BD4F2695AEE5}"/>
              </a:ext>
            </a:extLst>
          </p:cNvPr>
          <p:cNvSpPr txBox="1">
            <a:spLocks noChangeArrowheads="1"/>
          </p:cNvSpPr>
          <p:nvPr/>
        </p:nvSpPr>
        <p:spPr bwMode="auto">
          <a:xfrm>
            <a:off x="1657421" y="323816"/>
            <a:ext cx="521720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R="0" lvl="0" indent="0" defTabSz="1219200" fontAlgn="auto">
              <a:lnSpc>
                <a:spcPct val="100000"/>
              </a:lnSpc>
              <a:spcBef>
                <a:spcPct val="0"/>
              </a:spcBef>
              <a:spcAft>
                <a:spcPts val="0"/>
              </a:spcAft>
              <a:buClrTx/>
              <a:buSzTx/>
              <a:buFont typeface="思源宋体 CN Heavy" panose="02020900000000000000" pitchFamily="18" charset="-122"/>
              <a:buNone/>
              <a:tabLst/>
              <a:defRPr kumimoji="0" sz="2800" b="1" i="0" u="none" strike="noStrike" kern="0" cap="none" spc="0" normalizeH="0" baseline="0">
                <a:ln>
                  <a:noFill/>
                </a:ln>
                <a:solidFill>
                  <a:prstClr val="black">
                    <a:lumMod val="75000"/>
                    <a:lumOff val="25000"/>
                  </a:prstClr>
                </a:solidFill>
                <a:effectLst/>
                <a:uLnTx/>
                <a:uFillTx/>
                <a:latin typeface="Arial"/>
                <a:ea typeface="微软雅黑"/>
                <a:cs typeface="思源宋体 CN Heavy" panose="02020900000000000000" pitchFamily="18" charset="-122"/>
              </a:defRPr>
            </a:lvl1pPr>
            <a:lvl2pPr marL="742950" indent="-285750">
              <a:lnSpc>
                <a:spcPct val="90000"/>
              </a:lnSpc>
              <a:spcBef>
                <a:spcPts val="500"/>
              </a:spcBef>
              <a:buFont typeface="Arial" panose="020B0604020202020204" pitchFamily="34" charset="0"/>
              <a:buChar char="•"/>
              <a:defRPr sz="2400">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r>
              <a:rPr lang="zh-CN" altLang="zh-CN" sz="2400" dirty="0">
                <a:latin typeface="思源宋体" panose="02020700000000000000" pitchFamily="18" charset="-122"/>
                <a:ea typeface="思源宋体" panose="02020700000000000000" pitchFamily="18" charset="-122"/>
              </a:rPr>
              <a:t>小铃铛的相关信息的操作、</a:t>
            </a:r>
            <a:r>
              <a:rPr lang="zh-CN" altLang="zh-CN" sz="2400" dirty="0" smtClean="0">
                <a:latin typeface="思源宋体" panose="02020700000000000000" pitchFamily="18" charset="-122"/>
                <a:ea typeface="思源宋体" panose="02020700000000000000" pitchFamily="18" charset="-122"/>
              </a:rPr>
              <a:t>设定</a:t>
            </a:r>
            <a:endParaRPr lang="zh-CN" altLang="en-US" sz="2400" dirty="0">
              <a:solidFill>
                <a:schemeClr val="bg2"/>
              </a:solidFill>
              <a:latin typeface="思源宋体" panose="02020700000000000000" pitchFamily="18" charset="-122"/>
              <a:ea typeface="思源宋体" panose="02020700000000000000" pitchFamily="18" charset="-122"/>
            </a:endParaRPr>
          </a:p>
        </p:txBody>
      </p:sp>
      <p:sp>
        <p:nvSpPr>
          <p:cNvPr id="18" name="圆角矩形 17"/>
          <p:cNvSpPr/>
          <p:nvPr/>
        </p:nvSpPr>
        <p:spPr>
          <a:xfrm>
            <a:off x="8436059" y="1547244"/>
            <a:ext cx="2443401" cy="1262457"/>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sz="1400" dirty="0" smtClean="0">
                <a:latin typeface="思源黑体" panose="020B0800000000000000" pitchFamily="34" charset="-122"/>
                <a:ea typeface="思源黑体" panose="020B0800000000000000" pitchFamily="34" charset="-122"/>
              </a:rPr>
              <a:t>A12</a:t>
            </a:r>
            <a:r>
              <a:rPr lang="zh-CN" altLang="en-US" sz="1400" dirty="0" smtClean="0">
                <a:latin typeface="思源黑体" panose="020B0800000000000000" pitchFamily="34" charset="-122"/>
                <a:ea typeface="思源黑体" panose="020B0800000000000000" pitchFamily="34" charset="-122"/>
              </a:rPr>
              <a:t>暂无代理设置功能，如需吃饭无人管理情况，管理员可通过设置机台或者告警设置分配告警</a:t>
            </a:r>
            <a:endParaRPr lang="en-US" altLang="zh-CN" sz="1400" dirty="0" smtClean="0">
              <a:latin typeface="思源黑体" panose="020B0800000000000000" pitchFamily="34" charset="-122"/>
              <a:ea typeface="思源黑体" panose="020B0800000000000000" pitchFamily="34" charset="-122"/>
            </a:endParaRPr>
          </a:p>
        </p:txBody>
      </p:sp>
      <p:cxnSp>
        <p:nvCxnSpPr>
          <p:cNvPr id="20" name="直接箭头连接符 19"/>
          <p:cNvCxnSpPr/>
          <p:nvPr/>
        </p:nvCxnSpPr>
        <p:spPr>
          <a:xfrm>
            <a:off x="7978041" y="1040445"/>
            <a:ext cx="916037" cy="473825"/>
          </a:xfrm>
          <a:prstGeom prst="straightConnector1">
            <a:avLst/>
          </a:prstGeom>
          <a:ln w="38100">
            <a:solidFill>
              <a:srgbClr val="FF0000"/>
            </a:solidFill>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8376951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文本框 20">
            <a:extLst>
              <a:ext uri="{FF2B5EF4-FFF2-40B4-BE49-F238E27FC236}">
                <a16:creationId xmlns:a16="http://schemas.microsoft.com/office/drawing/2014/main" id="{94782366-33E8-F14D-3C1E-BD4F2695AEE5}"/>
              </a:ext>
            </a:extLst>
          </p:cNvPr>
          <p:cNvSpPr txBox="1">
            <a:spLocks noChangeArrowheads="1"/>
          </p:cNvSpPr>
          <p:nvPr/>
        </p:nvSpPr>
        <p:spPr bwMode="auto">
          <a:xfrm>
            <a:off x="622352" y="329938"/>
            <a:ext cx="67443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R="0" lvl="0" indent="0" defTabSz="1219200" fontAlgn="auto">
              <a:lnSpc>
                <a:spcPct val="100000"/>
              </a:lnSpc>
              <a:spcBef>
                <a:spcPct val="0"/>
              </a:spcBef>
              <a:spcAft>
                <a:spcPts val="0"/>
              </a:spcAft>
              <a:buClrTx/>
              <a:buSzTx/>
              <a:buFont typeface="思源宋体 CN Heavy" panose="02020900000000000000" pitchFamily="18" charset="-122"/>
              <a:buNone/>
              <a:tabLst/>
              <a:defRPr kumimoji="0" sz="2800" b="1" i="0" u="none" strike="noStrike" kern="0" cap="none" spc="0" normalizeH="0" baseline="0">
                <a:ln>
                  <a:noFill/>
                </a:ln>
                <a:solidFill>
                  <a:prstClr val="black">
                    <a:lumMod val="75000"/>
                    <a:lumOff val="25000"/>
                  </a:prstClr>
                </a:solidFill>
                <a:effectLst/>
                <a:uLnTx/>
                <a:uFillTx/>
                <a:latin typeface="Arial"/>
                <a:ea typeface="微软雅黑"/>
                <a:cs typeface="思源宋体 CN Heavy" panose="02020900000000000000" pitchFamily="18" charset="-122"/>
              </a:defRPr>
            </a:lvl1pPr>
            <a:lvl2pPr marL="742950" indent="-285750">
              <a:lnSpc>
                <a:spcPct val="90000"/>
              </a:lnSpc>
              <a:spcBef>
                <a:spcPts val="500"/>
              </a:spcBef>
              <a:buFont typeface="Arial" panose="020B0604020202020204" pitchFamily="34" charset="0"/>
              <a:buChar char="•"/>
              <a:defRPr sz="2400">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pPr algn="ctr"/>
            <a:r>
              <a:rPr lang="en-US" altLang="zh-CN" sz="2400" dirty="0" smtClean="0">
                <a:solidFill>
                  <a:schemeClr val="bg1"/>
                </a:solidFill>
                <a:latin typeface="思源黑体" panose="020B0800000000000000" pitchFamily="34" charset="-122"/>
                <a:ea typeface="思源黑体" panose="020B0800000000000000" pitchFamily="34" charset="-122"/>
                <a:sym typeface="Arial"/>
              </a:rPr>
              <a:t>14</a:t>
            </a:r>
            <a:endParaRPr lang="zh-CN" altLang="en-US" sz="2400" dirty="0">
              <a:solidFill>
                <a:schemeClr val="bg1"/>
              </a:solidFill>
              <a:latin typeface="思源黑体" panose="020B0800000000000000" pitchFamily="34" charset="-122"/>
              <a:ea typeface="思源黑体" panose="020B0800000000000000" pitchFamily="34" charset="-122"/>
              <a:sym typeface="Arial"/>
            </a:endParaRPr>
          </a:p>
        </p:txBody>
      </p:sp>
      <p:pic>
        <p:nvPicPr>
          <p:cNvPr id="2" name="图片 1"/>
          <p:cNvPicPr>
            <a:picLocks noChangeAspect="1"/>
          </p:cNvPicPr>
          <p:nvPr/>
        </p:nvPicPr>
        <p:blipFill rotWithShape="1">
          <a:blip r:embed="rId2"/>
          <a:srcRect l="49730"/>
          <a:stretch/>
        </p:blipFill>
        <p:spPr>
          <a:xfrm>
            <a:off x="252219" y="3620265"/>
            <a:ext cx="5924202" cy="1154518"/>
          </a:xfrm>
          <a:prstGeom prst="rect">
            <a:avLst/>
          </a:prstGeom>
        </p:spPr>
      </p:pic>
      <p:pic>
        <p:nvPicPr>
          <p:cNvPr id="3" name="图片 2"/>
          <p:cNvPicPr>
            <a:picLocks noChangeAspect="1"/>
          </p:cNvPicPr>
          <p:nvPr/>
        </p:nvPicPr>
        <p:blipFill rotWithShape="1">
          <a:blip r:embed="rId3"/>
          <a:srcRect l="49803"/>
          <a:stretch/>
        </p:blipFill>
        <p:spPr>
          <a:xfrm>
            <a:off x="6176421" y="2156275"/>
            <a:ext cx="6015579" cy="3988443"/>
          </a:xfrm>
          <a:prstGeom prst="rect">
            <a:avLst/>
          </a:prstGeom>
        </p:spPr>
      </p:pic>
      <p:sp>
        <p:nvSpPr>
          <p:cNvPr id="6" name="文本框 20">
            <a:extLst>
              <a:ext uri="{FF2B5EF4-FFF2-40B4-BE49-F238E27FC236}">
                <a16:creationId xmlns:a16="http://schemas.microsoft.com/office/drawing/2014/main" id="{94782366-33E8-F14D-3C1E-BD4F2695AEE5}"/>
              </a:ext>
            </a:extLst>
          </p:cNvPr>
          <p:cNvSpPr txBox="1">
            <a:spLocks noChangeArrowheads="1"/>
          </p:cNvSpPr>
          <p:nvPr/>
        </p:nvSpPr>
        <p:spPr bwMode="auto">
          <a:xfrm>
            <a:off x="247027" y="684033"/>
            <a:ext cx="11332601" cy="2816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R="0" lvl="0" indent="0" defTabSz="1219200" fontAlgn="auto">
              <a:lnSpc>
                <a:spcPct val="100000"/>
              </a:lnSpc>
              <a:spcBef>
                <a:spcPct val="0"/>
              </a:spcBef>
              <a:spcAft>
                <a:spcPts val="0"/>
              </a:spcAft>
              <a:buClrTx/>
              <a:buSzTx/>
              <a:buFont typeface="思源宋体 CN Heavy" panose="02020900000000000000" pitchFamily="18" charset="-122"/>
              <a:buNone/>
              <a:tabLst/>
              <a:defRPr kumimoji="0" sz="2800" b="1" i="0" u="none" strike="noStrike" kern="0" cap="none" spc="0" normalizeH="0" baseline="0">
                <a:ln>
                  <a:noFill/>
                </a:ln>
                <a:solidFill>
                  <a:prstClr val="black">
                    <a:lumMod val="75000"/>
                    <a:lumOff val="25000"/>
                  </a:prstClr>
                </a:solidFill>
                <a:effectLst/>
                <a:uLnTx/>
                <a:uFillTx/>
                <a:latin typeface="Arial"/>
                <a:ea typeface="微软雅黑"/>
                <a:cs typeface="思源宋体 CN Heavy" panose="02020900000000000000" pitchFamily="18" charset="-122"/>
              </a:defRPr>
            </a:lvl1pPr>
            <a:lvl2pPr marL="742950" indent="-285750">
              <a:lnSpc>
                <a:spcPct val="90000"/>
              </a:lnSpc>
              <a:spcBef>
                <a:spcPts val="500"/>
              </a:spcBef>
              <a:buFont typeface="Arial" panose="020B0604020202020204" pitchFamily="34" charset="0"/>
              <a:buChar char="•"/>
              <a:defRPr sz="2400">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pPr>
              <a:lnSpc>
                <a:spcPct val="150000"/>
              </a:lnSpc>
            </a:pPr>
            <a:r>
              <a:rPr lang="en-US" altLang="zh-CN" sz="2000" b="0" dirty="0">
                <a:solidFill>
                  <a:schemeClr val="tx1"/>
                </a:solidFill>
                <a:latin typeface="思源宋体" panose="02020700000000000000" pitchFamily="18" charset="-122"/>
                <a:ea typeface="思源宋体" panose="02020700000000000000" pitchFamily="18" charset="-122"/>
                <a:sym typeface="Arial"/>
              </a:rPr>
              <a:t>9</a:t>
            </a:r>
            <a:r>
              <a:rPr lang="en-US" altLang="zh-CN" sz="2000" b="0" dirty="0" smtClean="0">
                <a:solidFill>
                  <a:schemeClr val="tx1"/>
                </a:solidFill>
                <a:latin typeface="思源宋体" panose="02020700000000000000" pitchFamily="18" charset="-122"/>
                <a:ea typeface="思源宋体" panose="02020700000000000000" pitchFamily="18" charset="-122"/>
                <a:sym typeface="Arial"/>
              </a:rPr>
              <a:t>.</a:t>
            </a:r>
            <a:r>
              <a:rPr lang="zh-CN" altLang="en-US" sz="2000" b="0" dirty="0" smtClean="0">
                <a:solidFill>
                  <a:schemeClr val="tx1"/>
                </a:solidFill>
                <a:latin typeface="思源宋体" panose="02020700000000000000" pitchFamily="18" charset="-122"/>
                <a:ea typeface="思源宋体" panose="02020700000000000000" pitchFamily="18" charset="-122"/>
                <a:sym typeface="Arial"/>
              </a:rPr>
              <a:t>制造讯息中心主页面</a:t>
            </a:r>
            <a:r>
              <a:rPr lang="en-US" altLang="zh-CN" sz="2000" b="0" dirty="0" smtClean="0">
                <a:solidFill>
                  <a:schemeClr val="tx1"/>
                </a:solidFill>
                <a:latin typeface="思源宋体" panose="02020700000000000000" pitchFamily="18" charset="-122"/>
                <a:ea typeface="思源宋体" panose="02020700000000000000" pitchFamily="18" charset="-122"/>
                <a:sym typeface="Arial"/>
              </a:rPr>
              <a:t>—</a:t>
            </a:r>
            <a:r>
              <a:rPr lang="zh-CN" altLang="en-US" sz="2000" b="0" dirty="0" smtClean="0">
                <a:solidFill>
                  <a:schemeClr val="tx1"/>
                </a:solidFill>
                <a:latin typeface="思源宋体" panose="02020700000000000000" pitchFamily="18" charset="-122"/>
                <a:ea typeface="思源宋体" panose="02020700000000000000" pitchFamily="18" charset="-122"/>
                <a:sym typeface="Arial"/>
              </a:rPr>
              <a:t>人员总览</a:t>
            </a:r>
            <a:r>
              <a:rPr lang="en-US" altLang="zh-CN" sz="2000" b="0" dirty="0" smtClean="0">
                <a:solidFill>
                  <a:schemeClr val="tx1"/>
                </a:solidFill>
                <a:latin typeface="思源宋体" panose="02020700000000000000" pitchFamily="18" charset="-122"/>
                <a:ea typeface="思源宋体" panose="02020700000000000000" pitchFamily="18" charset="-122"/>
                <a:sym typeface="Arial"/>
              </a:rPr>
              <a:t>/</a:t>
            </a:r>
            <a:r>
              <a:rPr lang="zh-CN" altLang="en-US" sz="2000" b="0" dirty="0" smtClean="0">
                <a:solidFill>
                  <a:schemeClr val="tx1"/>
                </a:solidFill>
                <a:latin typeface="思源宋体" panose="02020700000000000000" pitchFamily="18" charset="-122"/>
                <a:ea typeface="思源宋体" panose="02020700000000000000" pitchFamily="18" charset="-122"/>
                <a:sym typeface="Arial"/>
              </a:rPr>
              <a:t>设备状态（管理员（人员总览）</a:t>
            </a:r>
            <a:r>
              <a:rPr lang="en-US" altLang="zh-CN" sz="2000" b="0" dirty="0" smtClean="0">
                <a:solidFill>
                  <a:schemeClr val="tx1"/>
                </a:solidFill>
                <a:latin typeface="思源宋体" panose="02020700000000000000" pitchFamily="18" charset="-122"/>
                <a:ea typeface="思源宋体" panose="02020700000000000000" pitchFamily="18" charset="-122"/>
                <a:sym typeface="Arial"/>
              </a:rPr>
              <a:t>/</a:t>
            </a:r>
            <a:r>
              <a:rPr lang="zh-CN" altLang="en-US" sz="2000" b="0" dirty="0" smtClean="0">
                <a:solidFill>
                  <a:schemeClr val="tx1"/>
                </a:solidFill>
                <a:latin typeface="思源宋体" panose="02020700000000000000" pitchFamily="18" charset="-122"/>
                <a:ea typeface="思源宋体" panose="02020700000000000000" pitchFamily="18" charset="-122"/>
                <a:sym typeface="Arial"/>
              </a:rPr>
              <a:t>非管理员（设备状态））</a:t>
            </a:r>
            <a:endParaRPr lang="en-US" altLang="zh-CN" sz="2000" b="0" dirty="0" smtClean="0">
              <a:solidFill>
                <a:schemeClr val="tx1"/>
              </a:solidFill>
              <a:latin typeface="思源宋体" panose="02020700000000000000" pitchFamily="18" charset="-122"/>
              <a:ea typeface="思源宋体" panose="02020700000000000000" pitchFamily="18" charset="-122"/>
              <a:sym typeface="Arial"/>
            </a:endParaRPr>
          </a:p>
          <a:p>
            <a:pPr>
              <a:lnSpc>
                <a:spcPct val="150000"/>
              </a:lnSpc>
            </a:pPr>
            <a:r>
              <a:rPr lang="zh-CN" altLang="en-US" sz="1400" b="0" dirty="0" smtClean="0">
                <a:solidFill>
                  <a:schemeClr val="tx1"/>
                </a:solidFill>
                <a:latin typeface="思源宋体" panose="02020700000000000000" pitchFamily="18" charset="-122"/>
                <a:ea typeface="思源宋体" panose="02020700000000000000" pitchFamily="18" charset="-122"/>
                <a:sym typeface="Arial"/>
              </a:rPr>
              <a:t>非管理员页面展示当前用户负责的机台</a:t>
            </a:r>
            <a:r>
              <a:rPr lang="en-US" altLang="zh-CN" sz="1400" b="0" dirty="0" smtClean="0">
                <a:solidFill>
                  <a:schemeClr val="tx1"/>
                </a:solidFill>
                <a:latin typeface="思源宋体" panose="02020700000000000000" pitchFamily="18" charset="-122"/>
                <a:ea typeface="思源宋体" panose="02020700000000000000" pitchFamily="18" charset="-122"/>
                <a:sym typeface="Arial"/>
              </a:rPr>
              <a:t>Summary                                           </a:t>
            </a:r>
            <a:r>
              <a:rPr lang="zh-CN" altLang="en-US" sz="1400" b="0" dirty="0" smtClean="0">
                <a:solidFill>
                  <a:schemeClr val="tx1"/>
                </a:solidFill>
                <a:latin typeface="思源宋体" panose="02020700000000000000" pitchFamily="18" charset="-122"/>
                <a:ea typeface="思源宋体" panose="02020700000000000000" pitchFamily="18" charset="-122"/>
                <a:sym typeface="Arial"/>
              </a:rPr>
              <a:t>管理员页面展示步骤四添加的人员列表和</a:t>
            </a:r>
            <a:r>
              <a:rPr lang="zh-CN" altLang="en-US" sz="1400" b="0" dirty="0">
                <a:solidFill>
                  <a:schemeClr val="tx1"/>
                </a:solidFill>
                <a:latin typeface="思源宋体" panose="02020700000000000000" pitchFamily="18" charset="-122"/>
                <a:ea typeface="思源宋体" panose="02020700000000000000" pitchFamily="18" charset="-122"/>
                <a:sym typeface="Arial"/>
              </a:rPr>
              <a:t>负责的机台</a:t>
            </a:r>
            <a:r>
              <a:rPr lang="en-US" altLang="zh-CN" sz="1400" b="0" dirty="0">
                <a:solidFill>
                  <a:schemeClr val="tx1"/>
                </a:solidFill>
                <a:latin typeface="思源宋体" panose="02020700000000000000" pitchFamily="18" charset="-122"/>
                <a:ea typeface="思源宋体" panose="02020700000000000000" pitchFamily="18" charset="-122"/>
                <a:sym typeface="Arial"/>
              </a:rPr>
              <a:t>Summary</a:t>
            </a:r>
            <a:endParaRPr lang="en-US" altLang="zh-CN" sz="1400" b="0" dirty="0" smtClean="0">
              <a:solidFill>
                <a:schemeClr val="tx1"/>
              </a:solidFill>
              <a:latin typeface="思源宋体" panose="02020700000000000000" pitchFamily="18" charset="-122"/>
              <a:ea typeface="思源宋体" panose="02020700000000000000" pitchFamily="18" charset="-122"/>
              <a:sym typeface="Arial"/>
            </a:endParaRPr>
          </a:p>
          <a:p>
            <a:pPr>
              <a:lnSpc>
                <a:spcPct val="150000"/>
              </a:lnSpc>
            </a:pPr>
            <a:r>
              <a:rPr lang="en-US" altLang="zh-CN" sz="1400" b="0" dirty="0" smtClean="0">
                <a:solidFill>
                  <a:schemeClr val="tx1"/>
                </a:solidFill>
                <a:latin typeface="思源宋体" panose="02020700000000000000" pitchFamily="18" charset="-122"/>
                <a:ea typeface="思源宋体" panose="02020700000000000000" pitchFamily="18" charset="-122"/>
                <a:sym typeface="Arial"/>
              </a:rPr>
              <a:t>ENG--</a:t>
            </a:r>
            <a:r>
              <a:rPr lang="zh-CN" altLang="en-US" sz="1400" b="0" dirty="0" smtClean="0">
                <a:solidFill>
                  <a:schemeClr val="tx1"/>
                </a:solidFill>
                <a:latin typeface="思源宋体" panose="02020700000000000000" pitchFamily="18" charset="-122"/>
                <a:ea typeface="思源宋体" panose="02020700000000000000" pitchFamily="18" charset="-122"/>
                <a:sym typeface="Arial"/>
              </a:rPr>
              <a:t>粉红色                                                                                                           点击“</a:t>
            </a:r>
            <a:r>
              <a:rPr lang="en-US" altLang="zh-CN" sz="1400" b="0" dirty="0" smtClean="0">
                <a:solidFill>
                  <a:schemeClr val="tx1"/>
                </a:solidFill>
                <a:latin typeface="思源宋体" panose="02020700000000000000" pitchFamily="18" charset="-122"/>
                <a:ea typeface="思源宋体" panose="02020700000000000000" pitchFamily="18" charset="-122"/>
                <a:sym typeface="Arial"/>
              </a:rPr>
              <a:t>+</a:t>
            </a:r>
            <a:r>
              <a:rPr lang="zh-CN" altLang="en-US" sz="1400" b="0" dirty="0" smtClean="0">
                <a:solidFill>
                  <a:schemeClr val="tx1"/>
                </a:solidFill>
                <a:latin typeface="思源宋体" panose="02020700000000000000" pitchFamily="18" charset="-122"/>
                <a:ea typeface="思源宋体" panose="02020700000000000000" pitchFamily="18" charset="-122"/>
                <a:sym typeface="Arial"/>
              </a:rPr>
              <a:t>”可展示群组和机台明细</a:t>
            </a:r>
            <a:endParaRPr lang="en-US" altLang="zh-CN" sz="1400" b="0" dirty="0" smtClean="0">
              <a:solidFill>
                <a:schemeClr val="tx1"/>
              </a:solidFill>
              <a:latin typeface="思源宋体" panose="02020700000000000000" pitchFamily="18" charset="-122"/>
              <a:ea typeface="思源宋体" panose="02020700000000000000" pitchFamily="18" charset="-122"/>
              <a:sym typeface="Arial"/>
            </a:endParaRPr>
          </a:p>
          <a:p>
            <a:pPr>
              <a:lnSpc>
                <a:spcPct val="150000"/>
              </a:lnSpc>
            </a:pPr>
            <a:r>
              <a:rPr lang="en-US" altLang="zh-CN" sz="1400" b="0" dirty="0" smtClean="0">
                <a:solidFill>
                  <a:schemeClr val="tx1"/>
                </a:solidFill>
                <a:latin typeface="思源宋体" panose="02020700000000000000" pitchFamily="18" charset="-122"/>
                <a:ea typeface="思源宋体" panose="02020700000000000000" pitchFamily="18" charset="-122"/>
                <a:sym typeface="Arial"/>
              </a:rPr>
              <a:t>PRD--</a:t>
            </a:r>
            <a:r>
              <a:rPr lang="zh-CN" altLang="en-US" sz="1400" b="0" dirty="0" smtClean="0">
                <a:solidFill>
                  <a:schemeClr val="tx1"/>
                </a:solidFill>
                <a:latin typeface="思源宋体" panose="02020700000000000000" pitchFamily="18" charset="-122"/>
                <a:ea typeface="思源宋体" panose="02020700000000000000" pitchFamily="18" charset="-122"/>
                <a:sym typeface="Arial"/>
              </a:rPr>
              <a:t>天蓝色</a:t>
            </a:r>
            <a:endParaRPr lang="en-US" altLang="zh-CN" sz="1400" b="0" dirty="0" smtClean="0">
              <a:solidFill>
                <a:schemeClr val="tx1"/>
              </a:solidFill>
              <a:latin typeface="思源宋体" panose="02020700000000000000" pitchFamily="18" charset="-122"/>
              <a:ea typeface="思源宋体" panose="02020700000000000000" pitchFamily="18" charset="-122"/>
              <a:sym typeface="Arial"/>
            </a:endParaRPr>
          </a:p>
          <a:p>
            <a:pPr>
              <a:lnSpc>
                <a:spcPct val="150000"/>
              </a:lnSpc>
            </a:pPr>
            <a:r>
              <a:rPr lang="en-US" altLang="zh-CN" sz="1400" b="0" dirty="0" smtClean="0">
                <a:solidFill>
                  <a:schemeClr val="tx1"/>
                </a:solidFill>
                <a:latin typeface="思源宋体" panose="02020700000000000000" pitchFamily="18" charset="-122"/>
                <a:ea typeface="思源宋体" panose="02020700000000000000" pitchFamily="18" charset="-122"/>
                <a:sym typeface="Arial"/>
              </a:rPr>
              <a:t>SBY--</a:t>
            </a:r>
            <a:r>
              <a:rPr lang="zh-CN" altLang="en-US" sz="1400" b="0" dirty="0" smtClean="0">
                <a:solidFill>
                  <a:schemeClr val="tx1"/>
                </a:solidFill>
                <a:latin typeface="思源宋体" panose="02020700000000000000" pitchFamily="18" charset="-122"/>
                <a:ea typeface="思源宋体" panose="02020700000000000000" pitchFamily="18" charset="-122"/>
                <a:sym typeface="Arial"/>
              </a:rPr>
              <a:t>绿色</a:t>
            </a:r>
            <a:endParaRPr lang="en-US" altLang="zh-CN" sz="1400" b="0" dirty="0" smtClean="0">
              <a:solidFill>
                <a:schemeClr val="tx1"/>
              </a:solidFill>
              <a:latin typeface="思源宋体" panose="02020700000000000000" pitchFamily="18" charset="-122"/>
              <a:ea typeface="思源宋体" panose="02020700000000000000" pitchFamily="18" charset="-122"/>
              <a:sym typeface="Arial"/>
            </a:endParaRPr>
          </a:p>
          <a:p>
            <a:pPr>
              <a:lnSpc>
                <a:spcPct val="150000"/>
              </a:lnSpc>
            </a:pPr>
            <a:r>
              <a:rPr lang="en-US" altLang="zh-CN" sz="1400" b="0" dirty="0" smtClean="0">
                <a:solidFill>
                  <a:schemeClr val="tx1"/>
                </a:solidFill>
                <a:latin typeface="思源宋体" panose="02020700000000000000" pitchFamily="18" charset="-122"/>
                <a:ea typeface="思源宋体" panose="02020700000000000000" pitchFamily="18" charset="-122"/>
                <a:sym typeface="Arial"/>
              </a:rPr>
              <a:t>SDT--</a:t>
            </a:r>
            <a:r>
              <a:rPr lang="zh-CN" altLang="en-US" sz="1400" b="0" dirty="0" smtClean="0">
                <a:solidFill>
                  <a:schemeClr val="tx1"/>
                </a:solidFill>
                <a:latin typeface="思源宋体" panose="02020700000000000000" pitchFamily="18" charset="-122"/>
                <a:ea typeface="思源宋体" panose="02020700000000000000" pitchFamily="18" charset="-122"/>
                <a:sym typeface="Arial"/>
              </a:rPr>
              <a:t>黄色</a:t>
            </a:r>
            <a:endParaRPr lang="en-US" altLang="zh-CN" sz="1400" b="0" dirty="0" smtClean="0">
              <a:solidFill>
                <a:schemeClr val="tx1"/>
              </a:solidFill>
              <a:latin typeface="思源宋体" panose="02020700000000000000" pitchFamily="18" charset="-122"/>
              <a:ea typeface="思源宋体" panose="02020700000000000000" pitchFamily="18" charset="-122"/>
              <a:sym typeface="Arial"/>
            </a:endParaRPr>
          </a:p>
          <a:p>
            <a:pPr>
              <a:lnSpc>
                <a:spcPct val="150000"/>
              </a:lnSpc>
            </a:pPr>
            <a:r>
              <a:rPr lang="en-US" altLang="zh-CN" sz="1400" b="0" dirty="0" smtClean="0">
                <a:solidFill>
                  <a:schemeClr val="tx1"/>
                </a:solidFill>
                <a:latin typeface="思源宋体" panose="02020700000000000000" pitchFamily="18" charset="-122"/>
                <a:ea typeface="思源宋体" panose="02020700000000000000" pitchFamily="18" charset="-122"/>
                <a:sym typeface="Arial"/>
              </a:rPr>
              <a:t>UDT--</a:t>
            </a:r>
            <a:r>
              <a:rPr lang="zh-CN" altLang="en-US" sz="1400" b="0" dirty="0" smtClean="0">
                <a:solidFill>
                  <a:schemeClr val="tx1"/>
                </a:solidFill>
                <a:latin typeface="思源宋体" panose="02020700000000000000" pitchFamily="18" charset="-122"/>
                <a:ea typeface="思源宋体" panose="02020700000000000000" pitchFamily="18" charset="-122"/>
                <a:sym typeface="Arial"/>
              </a:rPr>
              <a:t>红色                                                                                                                                         </a:t>
            </a:r>
            <a:r>
              <a:rPr lang="en-US" altLang="zh-CN" sz="1400" b="0" dirty="0" smtClean="0">
                <a:solidFill>
                  <a:schemeClr val="tx1"/>
                </a:solidFill>
                <a:latin typeface="思源宋体" panose="02020700000000000000" pitchFamily="18" charset="-122"/>
                <a:ea typeface="思源宋体" panose="02020700000000000000" pitchFamily="18" charset="-122"/>
                <a:sym typeface="Wingdings" panose="05000000000000000000" pitchFamily="2" charset="2"/>
              </a:rPr>
              <a:t></a:t>
            </a:r>
            <a:r>
              <a:rPr lang="zh-CN" altLang="en-US" sz="1400" b="0" dirty="0" smtClean="0">
                <a:solidFill>
                  <a:srgbClr val="FF0000"/>
                </a:solidFill>
                <a:latin typeface="思源宋体" panose="02020700000000000000" pitchFamily="18" charset="-122"/>
                <a:ea typeface="思源宋体" panose="02020700000000000000" pitchFamily="18" charset="-122"/>
                <a:sym typeface="Arial"/>
              </a:rPr>
              <a:t>刷新按钮</a:t>
            </a:r>
            <a:endParaRPr lang="en-US" altLang="zh-CN" sz="1400" b="0" dirty="0" smtClean="0">
              <a:solidFill>
                <a:srgbClr val="FF0000"/>
              </a:solidFill>
              <a:latin typeface="思源宋体" panose="02020700000000000000" pitchFamily="18" charset="-122"/>
              <a:ea typeface="思源宋体" panose="02020700000000000000" pitchFamily="18" charset="-122"/>
              <a:sym typeface="Arial"/>
            </a:endParaRPr>
          </a:p>
          <a:p>
            <a:pPr>
              <a:lnSpc>
                <a:spcPct val="150000"/>
              </a:lnSpc>
            </a:pPr>
            <a:r>
              <a:rPr lang="en-US" altLang="zh-CN" sz="1400" b="0" dirty="0" smtClean="0">
                <a:solidFill>
                  <a:schemeClr val="tx1"/>
                </a:solidFill>
                <a:latin typeface="思源宋体" panose="02020700000000000000" pitchFamily="18" charset="-122"/>
                <a:ea typeface="思源宋体" panose="02020700000000000000" pitchFamily="18" charset="-122"/>
                <a:sym typeface="Arial"/>
              </a:rPr>
              <a:t>NST--</a:t>
            </a:r>
            <a:r>
              <a:rPr lang="zh-CN" altLang="en-US" sz="1400" b="0" dirty="0" smtClean="0">
                <a:solidFill>
                  <a:schemeClr val="tx1"/>
                </a:solidFill>
                <a:latin typeface="思源宋体" panose="02020700000000000000" pitchFamily="18" charset="-122"/>
                <a:ea typeface="思源宋体" panose="02020700000000000000" pitchFamily="18" charset="-122"/>
                <a:sym typeface="Arial"/>
              </a:rPr>
              <a:t>银色</a:t>
            </a:r>
            <a:endParaRPr lang="en-US" altLang="zh-CN" sz="1400" b="0" dirty="0" smtClean="0">
              <a:solidFill>
                <a:schemeClr val="tx1"/>
              </a:solidFill>
              <a:latin typeface="思源宋体" panose="02020700000000000000" pitchFamily="18" charset="-122"/>
              <a:ea typeface="思源宋体" panose="02020700000000000000" pitchFamily="18" charset="-122"/>
              <a:sym typeface="Arial"/>
            </a:endParaRPr>
          </a:p>
        </p:txBody>
      </p:sp>
      <p:sp>
        <p:nvSpPr>
          <p:cNvPr id="4" name="矩形 3"/>
          <p:cNvSpPr/>
          <p:nvPr/>
        </p:nvSpPr>
        <p:spPr>
          <a:xfrm>
            <a:off x="6891251" y="2834640"/>
            <a:ext cx="249382" cy="23275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p:cNvPicPr>
            <a:picLocks noChangeAspect="1"/>
          </p:cNvPicPr>
          <p:nvPr/>
        </p:nvPicPr>
        <p:blipFill>
          <a:blip r:embed="rId4"/>
          <a:stretch>
            <a:fillRect/>
          </a:stretch>
        </p:blipFill>
        <p:spPr>
          <a:xfrm>
            <a:off x="7140633" y="4774783"/>
            <a:ext cx="4782112" cy="1243632"/>
          </a:xfrm>
          <a:prstGeom prst="rect">
            <a:avLst/>
          </a:prstGeom>
        </p:spPr>
      </p:pic>
      <p:cxnSp>
        <p:nvCxnSpPr>
          <p:cNvPr id="9" name="直接箭头连接符 8"/>
          <p:cNvCxnSpPr/>
          <p:nvPr/>
        </p:nvCxnSpPr>
        <p:spPr>
          <a:xfrm flipV="1">
            <a:off x="6558742" y="4972432"/>
            <a:ext cx="814647" cy="857147"/>
          </a:xfrm>
          <a:prstGeom prst="straightConnector1">
            <a:avLst/>
          </a:prstGeom>
          <a:ln w="38100">
            <a:solidFill>
              <a:srgbClr val="FF0000"/>
            </a:solidFill>
            <a:tailEnd type="triangle"/>
          </a:ln>
        </p:spPr>
        <p:style>
          <a:lnRef idx="3">
            <a:schemeClr val="accent2"/>
          </a:lnRef>
          <a:fillRef idx="0">
            <a:schemeClr val="accent2"/>
          </a:fillRef>
          <a:effectRef idx="2">
            <a:schemeClr val="accent2"/>
          </a:effectRef>
          <a:fontRef idx="minor">
            <a:schemeClr val="tx1"/>
          </a:fontRef>
        </p:style>
      </p:cxnSp>
      <p:sp>
        <p:nvSpPr>
          <p:cNvPr id="10" name="文本框 20">
            <a:extLst>
              <a:ext uri="{FF2B5EF4-FFF2-40B4-BE49-F238E27FC236}">
                <a16:creationId xmlns:a16="http://schemas.microsoft.com/office/drawing/2014/main" id="{94782366-33E8-F14D-3C1E-BD4F2695AEE5}"/>
              </a:ext>
            </a:extLst>
          </p:cNvPr>
          <p:cNvSpPr txBox="1">
            <a:spLocks noChangeArrowheads="1"/>
          </p:cNvSpPr>
          <p:nvPr/>
        </p:nvSpPr>
        <p:spPr bwMode="auto">
          <a:xfrm>
            <a:off x="1657421" y="323816"/>
            <a:ext cx="521720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R="0" lvl="0" indent="0" defTabSz="1219200" fontAlgn="auto">
              <a:lnSpc>
                <a:spcPct val="100000"/>
              </a:lnSpc>
              <a:spcBef>
                <a:spcPct val="0"/>
              </a:spcBef>
              <a:spcAft>
                <a:spcPts val="0"/>
              </a:spcAft>
              <a:buClrTx/>
              <a:buSzTx/>
              <a:buFont typeface="思源宋体 CN Heavy" panose="02020900000000000000" pitchFamily="18" charset="-122"/>
              <a:buNone/>
              <a:tabLst/>
              <a:defRPr kumimoji="0" sz="2800" b="1" i="0" u="none" strike="noStrike" kern="0" cap="none" spc="0" normalizeH="0" baseline="0">
                <a:ln>
                  <a:noFill/>
                </a:ln>
                <a:solidFill>
                  <a:prstClr val="black">
                    <a:lumMod val="75000"/>
                    <a:lumOff val="25000"/>
                  </a:prstClr>
                </a:solidFill>
                <a:effectLst/>
                <a:uLnTx/>
                <a:uFillTx/>
                <a:latin typeface="Arial"/>
                <a:ea typeface="微软雅黑"/>
                <a:cs typeface="思源宋体 CN Heavy" panose="02020900000000000000" pitchFamily="18" charset="-122"/>
              </a:defRPr>
            </a:lvl1pPr>
            <a:lvl2pPr marL="742950" indent="-285750">
              <a:lnSpc>
                <a:spcPct val="90000"/>
              </a:lnSpc>
              <a:spcBef>
                <a:spcPts val="500"/>
              </a:spcBef>
              <a:buFont typeface="Arial" panose="020B0604020202020204" pitchFamily="34" charset="0"/>
              <a:buChar char="•"/>
              <a:defRPr sz="2400">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r>
              <a:rPr lang="zh-CN" altLang="zh-CN" sz="2400" dirty="0">
                <a:latin typeface="思源宋体" panose="02020700000000000000" pitchFamily="18" charset="-122"/>
                <a:ea typeface="思源宋体" panose="02020700000000000000" pitchFamily="18" charset="-122"/>
              </a:rPr>
              <a:t>小铃铛的相关信息的操作、</a:t>
            </a:r>
            <a:r>
              <a:rPr lang="zh-CN" altLang="zh-CN" sz="2400" dirty="0" smtClean="0">
                <a:latin typeface="思源宋体" panose="02020700000000000000" pitchFamily="18" charset="-122"/>
                <a:ea typeface="思源宋体" panose="02020700000000000000" pitchFamily="18" charset="-122"/>
              </a:rPr>
              <a:t>设定</a:t>
            </a:r>
            <a:endParaRPr lang="zh-CN" altLang="en-US" sz="2400" dirty="0">
              <a:solidFill>
                <a:schemeClr val="bg2"/>
              </a:solidFill>
              <a:latin typeface="思源宋体" panose="02020700000000000000" pitchFamily="18" charset="-122"/>
              <a:ea typeface="思源宋体" panose="02020700000000000000" pitchFamily="18" charset="-122"/>
            </a:endParaRPr>
          </a:p>
        </p:txBody>
      </p:sp>
    </p:spTree>
    <p:extLst>
      <p:ext uri="{BB962C8B-B14F-4D97-AF65-F5344CB8AC3E}">
        <p14:creationId xmlns:p14="http://schemas.microsoft.com/office/powerpoint/2010/main" val="23879267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文本框 20">
            <a:extLst>
              <a:ext uri="{FF2B5EF4-FFF2-40B4-BE49-F238E27FC236}">
                <a16:creationId xmlns:a16="http://schemas.microsoft.com/office/drawing/2014/main" id="{94782366-33E8-F14D-3C1E-BD4F2695AEE5}"/>
              </a:ext>
            </a:extLst>
          </p:cNvPr>
          <p:cNvSpPr txBox="1">
            <a:spLocks noChangeArrowheads="1"/>
          </p:cNvSpPr>
          <p:nvPr/>
        </p:nvSpPr>
        <p:spPr bwMode="auto">
          <a:xfrm>
            <a:off x="622352" y="329938"/>
            <a:ext cx="67443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R="0" lvl="0" indent="0" defTabSz="1219200" fontAlgn="auto">
              <a:lnSpc>
                <a:spcPct val="100000"/>
              </a:lnSpc>
              <a:spcBef>
                <a:spcPct val="0"/>
              </a:spcBef>
              <a:spcAft>
                <a:spcPts val="0"/>
              </a:spcAft>
              <a:buClrTx/>
              <a:buSzTx/>
              <a:buFont typeface="思源宋体 CN Heavy" panose="02020900000000000000" pitchFamily="18" charset="-122"/>
              <a:buNone/>
              <a:tabLst/>
              <a:defRPr kumimoji="0" sz="2800" b="1" i="0" u="none" strike="noStrike" kern="0" cap="none" spc="0" normalizeH="0" baseline="0">
                <a:ln>
                  <a:noFill/>
                </a:ln>
                <a:solidFill>
                  <a:prstClr val="black">
                    <a:lumMod val="75000"/>
                    <a:lumOff val="25000"/>
                  </a:prstClr>
                </a:solidFill>
                <a:effectLst/>
                <a:uLnTx/>
                <a:uFillTx/>
                <a:latin typeface="Arial"/>
                <a:ea typeface="微软雅黑"/>
                <a:cs typeface="思源宋体 CN Heavy" panose="02020900000000000000" pitchFamily="18" charset="-122"/>
              </a:defRPr>
            </a:lvl1pPr>
            <a:lvl2pPr marL="742950" indent="-285750">
              <a:lnSpc>
                <a:spcPct val="90000"/>
              </a:lnSpc>
              <a:spcBef>
                <a:spcPts val="500"/>
              </a:spcBef>
              <a:buFont typeface="Arial" panose="020B0604020202020204" pitchFamily="34" charset="0"/>
              <a:buChar char="•"/>
              <a:defRPr sz="2400">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pPr algn="ctr"/>
            <a:r>
              <a:rPr lang="en-US" altLang="zh-CN" sz="2400" dirty="0" smtClean="0">
                <a:solidFill>
                  <a:schemeClr val="bg1"/>
                </a:solidFill>
                <a:latin typeface="思源黑体" panose="020B0800000000000000" pitchFamily="34" charset="-122"/>
                <a:ea typeface="思源黑体" panose="020B0800000000000000" pitchFamily="34" charset="-122"/>
                <a:sym typeface="Arial"/>
              </a:rPr>
              <a:t>15</a:t>
            </a:r>
            <a:endParaRPr lang="zh-CN" altLang="en-US" sz="2400" dirty="0">
              <a:solidFill>
                <a:schemeClr val="bg1"/>
              </a:solidFill>
              <a:latin typeface="思源黑体" panose="020B0800000000000000" pitchFamily="34" charset="-122"/>
              <a:ea typeface="思源黑体" panose="020B0800000000000000" pitchFamily="34" charset="-122"/>
              <a:sym typeface="Arial"/>
            </a:endParaRPr>
          </a:p>
        </p:txBody>
      </p:sp>
      <p:sp>
        <p:nvSpPr>
          <p:cNvPr id="5" name="动作按钮: 第一张 4">
            <a:hlinkClick r:id="rId2" action="ppaction://hlinksldjump" highlightClick="1"/>
          </p:cNvPr>
          <p:cNvSpPr/>
          <p:nvPr/>
        </p:nvSpPr>
        <p:spPr bwMode="auto">
          <a:xfrm>
            <a:off x="11664951" y="6344292"/>
            <a:ext cx="414000" cy="415498"/>
          </a:xfrm>
          <a:prstGeom prst="actionButtonHome">
            <a:avLst/>
          </a:prstGeom>
          <a:solidFill>
            <a:srgbClr val="4F80C9"/>
          </a:solidFill>
          <a:ln>
            <a:noFill/>
          </a:ln>
          <a:extLst/>
        </p:spPr>
        <p:txBody>
          <a:bodyPr wrap="square" anchor="ctr">
            <a:spAutoFit/>
          </a:bodyPr>
          <a:lstStyle/>
          <a:p>
            <a:pPr marL="285743" indent="-285743" algn="ctr">
              <a:lnSpc>
                <a:spcPct val="200000"/>
              </a:lnSpc>
              <a:buBlip>
                <a:blip r:embed="rId3"/>
              </a:buBlip>
              <a:defRPr/>
            </a:pPr>
            <a:endParaRPr lang="zh-CN" altLang="en-US" sz="1050" b="1" dirty="0">
              <a:solidFill>
                <a:srgbClr val="0000FF"/>
              </a:solidFill>
              <a:latin typeface="思源黑体" panose="020B0800000000000000" pitchFamily="34" charset="-122"/>
              <a:ea typeface="思源黑体" panose="020B0800000000000000" pitchFamily="34" charset="-122"/>
              <a:cs typeface="Arial" pitchFamily="34" charset="0"/>
              <a:sym typeface="Wingdings" pitchFamily="2" charset="2"/>
            </a:endParaRPr>
          </a:p>
        </p:txBody>
      </p:sp>
      <p:pic>
        <p:nvPicPr>
          <p:cNvPr id="2" name="图片 1"/>
          <p:cNvPicPr>
            <a:picLocks noChangeAspect="1"/>
          </p:cNvPicPr>
          <p:nvPr/>
        </p:nvPicPr>
        <p:blipFill>
          <a:blip r:embed="rId4"/>
          <a:stretch>
            <a:fillRect/>
          </a:stretch>
        </p:blipFill>
        <p:spPr>
          <a:xfrm>
            <a:off x="343593" y="1486679"/>
            <a:ext cx="9144000" cy="2371725"/>
          </a:xfrm>
          <a:prstGeom prst="rect">
            <a:avLst/>
          </a:prstGeom>
        </p:spPr>
      </p:pic>
      <p:sp>
        <p:nvSpPr>
          <p:cNvPr id="6" name="文本框 20">
            <a:extLst>
              <a:ext uri="{FF2B5EF4-FFF2-40B4-BE49-F238E27FC236}">
                <a16:creationId xmlns:a16="http://schemas.microsoft.com/office/drawing/2014/main" id="{94782366-33E8-F14D-3C1E-BD4F2695AEE5}"/>
              </a:ext>
            </a:extLst>
          </p:cNvPr>
          <p:cNvSpPr txBox="1">
            <a:spLocks noChangeArrowheads="1"/>
          </p:cNvSpPr>
          <p:nvPr/>
        </p:nvSpPr>
        <p:spPr bwMode="auto">
          <a:xfrm>
            <a:off x="247028" y="733911"/>
            <a:ext cx="9994252"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R="0" lvl="0" indent="0" defTabSz="1219200" fontAlgn="auto">
              <a:lnSpc>
                <a:spcPct val="100000"/>
              </a:lnSpc>
              <a:spcBef>
                <a:spcPct val="0"/>
              </a:spcBef>
              <a:spcAft>
                <a:spcPts val="0"/>
              </a:spcAft>
              <a:buClrTx/>
              <a:buSzTx/>
              <a:buFont typeface="思源宋体 CN Heavy" panose="02020900000000000000" pitchFamily="18" charset="-122"/>
              <a:buNone/>
              <a:tabLst/>
              <a:defRPr kumimoji="0" sz="2800" b="1" i="0" u="none" strike="noStrike" kern="0" cap="none" spc="0" normalizeH="0" baseline="0">
                <a:ln>
                  <a:noFill/>
                </a:ln>
                <a:solidFill>
                  <a:prstClr val="black">
                    <a:lumMod val="75000"/>
                    <a:lumOff val="25000"/>
                  </a:prstClr>
                </a:solidFill>
                <a:effectLst/>
                <a:uLnTx/>
                <a:uFillTx/>
                <a:latin typeface="Arial"/>
                <a:ea typeface="微软雅黑"/>
                <a:cs typeface="思源宋体 CN Heavy" panose="02020900000000000000" pitchFamily="18" charset="-122"/>
              </a:defRPr>
            </a:lvl1pPr>
            <a:lvl2pPr marL="742950" indent="-285750">
              <a:lnSpc>
                <a:spcPct val="90000"/>
              </a:lnSpc>
              <a:spcBef>
                <a:spcPts val="500"/>
              </a:spcBef>
              <a:buFont typeface="Arial" panose="020B0604020202020204" pitchFamily="34" charset="0"/>
              <a:buChar char="•"/>
              <a:defRPr sz="2400">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pPr>
              <a:lnSpc>
                <a:spcPct val="150000"/>
              </a:lnSpc>
            </a:pPr>
            <a:r>
              <a:rPr lang="en-US" altLang="zh-CN" sz="2000" b="0" dirty="0" smtClean="0">
                <a:solidFill>
                  <a:schemeClr val="tx1"/>
                </a:solidFill>
                <a:latin typeface="思源宋体" panose="02020700000000000000" pitchFamily="18" charset="-122"/>
                <a:ea typeface="思源宋体" panose="02020700000000000000" pitchFamily="18" charset="-122"/>
                <a:sym typeface="Arial"/>
              </a:rPr>
              <a:t>10.</a:t>
            </a:r>
            <a:r>
              <a:rPr lang="zh-CN" altLang="en-US" sz="2000" b="0" dirty="0" smtClean="0">
                <a:solidFill>
                  <a:schemeClr val="tx1"/>
                </a:solidFill>
                <a:latin typeface="思源宋体" panose="02020700000000000000" pitchFamily="18" charset="-122"/>
                <a:ea typeface="思源宋体" panose="02020700000000000000" pitchFamily="18" charset="-122"/>
                <a:sym typeface="Arial"/>
              </a:rPr>
              <a:t>退出</a:t>
            </a:r>
            <a:r>
              <a:rPr lang="en-US" altLang="zh-CN" sz="2000" b="0" dirty="0" smtClean="0">
                <a:solidFill>
                  <a:schemeClr val="tx1"/>
                </a:solidFill>
                <a:latin typeface="思源宋体" panose="02020700000000000000" pitchFamily="18" charset="-122"/>
                <a:ea typeface="思源宋体" panose="02020700000000000000" pitchFamily="18" charset="-122"/>
                <a:sym typeface="Arial"/>
              </a:rPr>
              <a:t>/</a:t>
            </a:r>
            <a:r>
              <a:rPr lang="zh-CN" altLang="en-US" sz="2000" b="0" dirty="0" smtClean="0">
                <a:solidFill>
                  <a:schemeClr val="tx1"/>
                </a:solidFill>
                <a:latin typeface="思源宋体" panose="02020700000000000000" pitchFamily="18" charset="-122"/>
                <a:ea typeface="思源宋体" panose="02020700000000000000" pitchFamily="18" charset="-122"/>
                <a:sym typeface="Arial"/>
              </a:rPr>
              <a:t>切换账号</a:t>
            </a:r>
            <a:endParaRPr lang="en-US" altLang="zh-CN" sz="2000" b="0" dirty="0" smtClean="0">
              <a:solidFill>
                <a:schemeClr val="tx1"/>
              </a:solidFill>
              <a:latin typeface="思源宋体" panose="02020700000000000000" pitchFamily="18" charset="-122"/>
              <a:ea typeface="思源宋体" panose="02020700000000000000" pitchFamily="18" charset="-122"/>
              <a:sym typeface="Arial"/>
            </a:endParaRPr>
          </a:p>
        </p:txBody>
      </p:sp>
      <p:sp>
        <p:nvSpPr>
          <p:cNvPr id="7" name="圆角矩形 6"/>
          <p:cNvSpPr/>
          <p:nvPr/>
        </p:nvSpPr>
        <p:spPr>
          <a:xfrm>
            <a:off x="9635550" y="2418942"/>
            <a:ext cx="2443401" cy="778922"/>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n-US" altLang="zh-CN" sz="1400" dirty="0">
                <a:latin typeface="思源黑体" panose="020B0800000000000000" pitchFamily="34" charset="-122"/>
                <a:ea typeface="思源黑体" panose="020B0800000000000000" pitchFamily="34" charset="-122"/>
              </a:rPr>
              <a:t>1</a:t>
            </a:r>
            <a:r>
              <a:rPr lang="zh-CN" altLang="en-US" sz="1400" dirty="0" smtClean="0">
                <a:latin typeface="思源黑体" panose="020B0800000000000000" pitchFamily="34" charset="-122"/>
                <a:ea typeface="思源黑体" panose="020B0800000000000000" pitchFamily="34" charset="-122"/>
              </a:rPr>
              <a:t>、退出当前用户或者切换其他用户</a:t>
            </a:r>
            <a:endParaRPr lang="en-US" altLang="zh-CN" sz="1400" dirty="0" smtClean="0">
              <a:latin typeface="思源黑体" panose="020B0800000000000000" pitchFamily="34" charset="-122"/>
              <a:ea typeface="思源黑体" panose="020B0800000000000000" pitchFamily="34" charset="-122"/>
            </a:endParaRPr>
          </a:p>
        </p:txBody>
      </p:sp>
      <p:sp>
        <p:nvSpPr>
          <p:cNvPr id="8" name="文本框 20">
            <a:extLst>
              <a:ext uri="{FF2B5EF4-FFF2-40B4-BE49-F238E27FC236}">
                <a16:creationId xmlns:a16="http://schemas.microsoft.com/office/drawing/2014/main" id="{94782366-33E8-F14D-3C1E-BD4F2695AEE5}"/>
              </a:ext>
            </a:extLst>
          </p:cNvPr>
          <p:cNvSpPr txBox="1">
            <a:spLocks noChangeArrowheads="1"/>
          </p:cNvSpPr>
          <p:nvPr/>
        </p:nvSpPr>
        <p:spPr bwMode="auto">
          <a:xfrm>
            <a:off x="1657421" y="323816"/>
            <a:ext cx="521720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R="0" lvl="0" indent="0" defTabSz="1219200" fontAlgn="auto">
              <a:lnSpc>
                <a:spcPct val="100000"/>
              </a:lnSpc>
              <a:spcBef>
                <a:spcPct val="0"/>
              </a:spcBef>
              <a:spcAft>
                <a:spcPts val="0"/>
              </a:spcAft>
              <a:buClrTx/>
              <a:buSzTx/>
              <a:buFont typeface="思源宋体 CN Heavy" panose="02020900000000000000" pitchFamily="18" charset="-122"/>
              <a:buNone/>
              <a:tabLst/>
              <a:defRPr kumimoji="0" sz="2800" b="1" i="0" u="none" strike="noStrike" kern="0" cap="none" spc="0" normalizeH="0" baseline="0">
                <a:ln>
                  <a:noFill/>
                </a:ln>
                <a:solidFill>
                  <a:prstClr val="black">
                    <a:lumMod val="75000"/>
                    <a:lumOff val="25000"/>
                  </a:prstClr>
                </a:solidFill>
                <a:effectLst/>
                <a:uLnTx/>
                <a:uFillTx/>
                <a:latin typeface="Arial"/>
                <a:ea typeface="微软雅黑"/>
                <a:cs typeface="思源宋体 CN Heavy" panose="02020900000000000000" pitchFamily="18" charset="-122"/>
              </a:defRPr>
            </a:lvl1pPr>
            <a:lvl2pPr marL="742950" indent="-285750">
              <a:lnSpc>
                <a:spcPct val="90000"/>
              </a:lnSpc>
              <a:spcBef>
                <a:spcPts val="500"/>
              </a:spcBef>
              <a:buFont typeface="Arial" panose="020B0604020202020204" pitchFamily="34" charset="0"/>
              <a:buChar char="•"/>
              <a:defRPr sz="2400">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r>
              <a:rPr lang="zh-CN" altLang="zh-CN" sz="2400" dirty="0">
                <a:latin typeface="思源宋体" panose="02020700000000000000" pitchFamily="18" charset="-122"/>
                <a:ea typeface="思源宋体" panose="02020700000000000000" pitchFamily="18" charset="-122"/>
              </a:rPr>
              <a:t>小铃铛的相关信息的操作、</a:t>
            </a:r>
            <a:r>
              <a:rPr lang="zh-CN" altLang="zh-CN" sz="2400" dirty="0" smtClean="0">
                <a:latin typeface="思源宋体" panose="02020700000000000000" pitchFamily="18" charset="-122"/>
                <a:ea typeface="思源宋体" panose="02020700000000000000" pitchFamily="18" charset="-122"/>
              </a:rPr>
              <a:t>设定</a:t>
            </a:r>
            <a:endParaRPr lang="zh-CN" altLang="en-US" sz="2400" dirty="0">
              <a:solidFill>
                <a:schemeClr val="bg2"/>
              </a:solidFill>
              <a:latin typeface="思源宋体" panose="02020700000000000000" pitchFamily="18" charset="-122"/>
              <a:ea typeface="思源宋体" panose="02020700000000000000" pitchFamily="18" charset="-122"/>
            </a:endParaRPr>
          </a:p>
        </p:txBody>
      </p:sp>
    </p:spTree>
    <p:extLst>
      <p:ext uri="{BB962C8B-B14F-4D97-AF65-F5344CB8AC3E}">
        <p14:creationId xmlns:p14="http://schemas.microsoft.com/office/powerpoint/2010/main" val="33049390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文本框 20">
            <a:extLst>
              <a:ext uri="{FF2B5EF4-FFF2-40B4-BE49-F238E27FC236}">
                <a16:creationId xmlns:a16="http://schemas.microsoft.com/office/drawing/2014/main" id="{94782366-33E8-F14D-3C1E-BD4F2695AEE5}"/>
              </a:ext>
            </a:extLst>
          </p:cNvPr>
          <p:cNvSpPr txBox="1">
            <a:spLocks noChangeArrowheads="1"/>
          </p:cNvSpPr>
          <p:nvPr/>
        </p:nvSpPr>
        <p:spPr bwMode="auto">
          <a:xfrm>
            <a:off x="622352" y="329938"/>
            <a:ext cx="67443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R="0" lvl="0" indent="0" defTabSz="1219200" fontAlgn="auto">
              <a:lnSpc>
                <a:spcPct val="100000"/>
              </a:lnSpc>
              <a:spcBef>
                <a:spcPct val="0"/>
              </a:spcBef>
              <a:spcAft>
                <a:spcPts val="0"/>
              </a:spcAft>
              <a:buClrTx/>
              <a:buSzTx/>
              <a:buFont typeface="思源宋体 CN Heavy" panose="02020900000000000000" pitchFamily="18" charset="-122"/>
              <a:buNone/>
              <a:tabLst/>
              <a:defRPr kumimoji="0" sz="2800" b="1" i="0" u="none" strike="noStrike" kern="0" cap="none" spc="0" normalizeH="0" baseline="0">
                <a:ln>
                  <a:noFill/>
                </a:ln>
                <a:solidFill>
                  <a:prstClr val="black">
                    <a:lumMod val="75000"/>
                    <a:lumOff val="25000"/>
                  </a:prstClr>
                </a:solidFill>
                <a:effectLst/>
                <a:uLnTx/>
                <a:uFillTx/>
                <a:latin typeface="Arial"/>
                <a:ea typeface="微软雅黑"/>
                <a:cs typeface="思源宋体 CN Heavy" panose="02020900000000000000" pitchFamily="18" charset="-122"/>
              </a:defRPr>
            </a:lvl1pPr>
            <a:lvl2pPr marL="742950" indent="-285750">
              <a:lnSpc>
                <a:spcPct val="90000"/>
              </a:lnSpc>
              <a:spcBef>
                <a:spcPts val="500"/>
              </a:spcBef>
              <a:buFont typeface="Arial" panose="020B0604020202020204" pitchFamily="34" charset="0"/>
              <a:buChar char="•"/>
              <a:defRPr sz="2400">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pPr algn="ctr"/>
            <a:r>
              <a:rPr lang="en-US" altLang="zh-CN" sz="2400" dirty="0" smtClean="0">
                <a:solidFill>
                  <a:schemeClr val="bg1"/>
                </a:solidFill>
                <a:latin typeface="思源黑体" panose="020B0800000000000000" pitchFamily="34" charset="-122"/>
                <a:ea typeface="思源黑体" panose="020B0800000000000000" pitchFamily="34" charset="-122"/>
                <a:sym typeface="Arial"/>
              </a:rPr>
              <a:t>1</a:t>
            </a:r>
            <a:r>
              <a:rPr lang="en-US" altLang="zh-CN" sz="2400" dirty="0">
                <a:solidFill>
                  <a:schemeClr val="bg1"/>
                </a:solidFill>
                <a:latin typeface="思源黑体" panose="020B0800000000000000" pitchFamily="34" charset="-122"/>
                <a:ea typeface="思源黑体" panose="020B0800000000000000" pitchFamily="34" charset="-122"/>
                <a:sym typeface="Arial"/>
              </a:rPr>
              <a:t>6</a:t>
            </a:r>
            <a:endParaRPr lang="zh-CN" altLang="en-US" sz="2400" dirty="0">
              <a:solidFill>
                <a:schemeClr val="bg1"/>
              </a:solidFill>
              <a:latin typeface="思源黑体" panose="020B0800000000000000" pitchFamily="34" charset="-122"/>
              <a:ea typeface="思源黑体" panose="020B0800000000000000" pitchFamily="34" charset="-122"/>
              <a:sym typeface="Arial"/>
            </a:endParaRPr>
          </a:p>
        </p:txBody>
      </p:sp>
      <p:sp>
        <p:nvSpPr>
          <p:cNvPr id="6" name="文本框 20">
            <a:extLst>
              <a:ext uri="{FF2B5EF4-FFF2-40B4-BE49-F238E27FC236}">
                <a16:creationId xmlns:a16="http://schemas.microsoft.com/office/drawing/2014/main" id="{94782366-33E8-F14D-3C1E-BD4F2695AEE5}"/>
              </a:ext>
            </a:extLst>
          </p:cNvPr>
          <p:cNvSpPr txBox="1">
            <a:spLocks noChangeArrowheads="1"/>
          </p:cNvSpPr>
          <p:nvPr/>
        </p:nvSpPr>
        <p:spPr bwMode="auto">
          <a:xfrm>
            <a:off x="1657421" y="323816"/>
            <a:ext cx="521720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R="0" lvl="0" indent="0" defTabSz="1219200" fontAlgn="auto">
              <a:lnSpc>
                <a:spcPct val="100000"/>
              </a:lnSpc>
              <a:spcBef>
                <a:spcPct val="0"/>
              </a:spcBef>
              <a:spcAft>
                <a:spcPts val="0"/>
              </a:spcAft>
              <a:buClrTx/>
              <a:buSzTx/>
              <a:buFont typeface="思源宋体 CN Heavy" panose="02020900000000000000" pitchFamily="18" charset="-122"/>
              <a:buNone/>
              <a:tabLst/>
              <a:defRPr kumimoji="0" sz="2800" b="1" i="0" u="none" strike="noStrike" kern="0" cap="none" spc="0" normalizeH="0" baseline="0">
                <a:ln>
                  <a:noFill/>
                </a:ln>
                <a:solidFill>
                  <a:prstClr val="black">
                    <a:lumMod val="75000"/>
                    <a:lumOff val="25000"/>
                  </a:prstClr>
                </a:solidFill>
                <a:effectLst/>
                <a:uLnTx/>
                <a:uFillTx/>
                <a:latin typeface="Arial"/>
                <a:ea typeface="微软雅黑"/>
                <a:cs typeface="思源宋体 CN Heavy" panose="02020900000000000000" pitchFamily="18" charset="-122"/>
              </a:defRPr>
            </a:lvl1pPr>
            <a:lvl2pPr marL="742950" indent="-285750">
              <a:lnSpc>
                <a:spcPct val="90000"/>
              </a:lnSpc>
              <a:spcBef>
                <a:spcPts val="500"/>
              </a:spcBef>
              <a:buFont typeface="Arial" panose="020B0604020202020204" pitchFamily="34" charset="0"/>
              <a:buChar char="•"/>
              <a:defRPr sz="2400">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r>
              <a:rPr lang="en-US" altLang="zh-CN" sz="2400" dirty="0">
                <a:solidFill>
                  <a:schemeClr val="tx1"/>
                </a:solidFill>
                <a:latin typeface="思源黑体" panose="020B0800000000000000" pitchFamily="34" charset="-122"/>
                <a:ea typeface="思源黑体" panose="020B0800000000000000" pitchFamily="34" charset="-122"/>
                <a:sym typeface="Arial"/>
              </a:rPr>
              <a:t>Alarm</a:t>
            </a:r>
            <a:r>
              <a:rPr lang="zh-CN" altLang="en-US" sz="2400" dirty="0">
                <a:solidFill>
                  <a:schemeClr val="tx1"/>
                </a:solidFill>
                <a:latin typeface="思源黑体" panose="020B0800000000000000" pitchFamily="34" charset="-122"/>
                <a:ea typeface="思源黑体" panose="020B0800000000000000" pitchFamily="34" charset="-122"/>
                <a:sym typeface="Arial"/>
              </a:rPr>
              <a:t>种类和监控</a:t>
            </a:r>
            <a:r>
              <a:rPr lang="zh-CN" altLang="en-US" sz="2400" dirty="0" smtClean="0">
                <a:solidFill>
                  <a:schemeClr val="tx1"/>
                </a:solidFill>
                <a:latin typeface="思源黑体" panose="020B0800000000000000" pitchFamily="34" charset="-122"/>
                <a:ea typeface="思源黑体" panose="020B0800000000000000" pitchFamily="34" charset="-122"/>
                <a:sym typeface="Arial"/>
              </a:rPr>
              <a:t>逻辑</a:t>
            </a:r>
            <a:endParaRPr lang="zh-CN" altLang="en-US" sz="2400" dirty="0">
              <a:solidFill>
                <a:schemeClr val="tx1"/>
              </a:solidFill>
              <a:latin typeface="思源黑体" panose="020B0800000000000000" pitchFamily="34" charset="-122"/>
              <a:ea typeface="思源黑体" panose="020B0800000000000000" pitchFamily="34" charset="-122"/>
              <a:sym typeface="Arial"/>
            </a:endParaRPr>
          </a:p>
        </p:txBody>
      </p:sp>
      <p:pic>
        <p:nvPicPr>
          <p:cNvPr id="2" name="图片 1"/>
          <p:cNvPicPr>
            <a:picLocks noChangeAspect="1"/>
          </p:cNvPicPr>
          <p:nvPr/>
        </p:nvPicPr>
        <p:blipFill>
          <a:blip r:embed="rId2"/>
          <a:stretch>
            <a:fillRect/>
          </a:stretch>
        </p:blipFill>
        <p:spPr>
          <a:xfrm>
            <a:off x="1501297" y="2043436"/>
            <a:ext cx="9056425" cy="4716354"/>
          </a:xfrm>
          <a:prstGeom prst="rect">
            <a:avLst/>
          </a:prstGeom>
        </p:spPr>
      </p:pic>
      <p:sp>
        <p:nvSpPr>
          <p:cNvPr id="7" name="文本框 20">
            <a:extLst>
              <a:ext uri="{FF2B5EF4-FFF2-40B4-BE49-F238E27FC236}">
                <a16:creationId xmlns:a16="http://schemas.microsoft.com/office/drawing/2014/main" id="{94782366-33E8-F14D-3C1E-BD4F2695AEE5}"/>
              </a:ext>
            </a:extLst>
          </p:cNvPr>
          <p:cNvSpPr txBox="1">
            <a:spLocks noChangeArrowheads="1"/>
          </p:cNvSpPr>
          <p:nvPr/>
        </p:nvSpPr>
        <p:spPr bwMode="auto">
          <a:xfrm>
            <a:off x="247028" y="684033"/>
            <a:ext cx="9994252"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R="0" lvl="0" indent="0" defTabSz="1219200" fontAlgn="auto">
              <a:lnSpc>
                <a:spcPct val="100000"/>
              </a:lnSpc>
              <a:spcBef>
                <a:spcPct val="0"/>
              </a:spcBef>
              <a:spcAft>
                <a:spcPts val="0"/>
              </a:spcAft>
              <a:buClrTx/>
              <a:buSzTx/>
              <a:buFont typeface="思源宋体 CN Heavy" panose="02020900000000000000" pitchFamily="18" charset="-122"/>
              <a:buNone/>
              <a:tabLst/>
              <a:defRPr kumimoji="0" sz="2800" b="1" i="0" u="none" strike="noStrike" kern="0" cap="none" spc="0" normalizeH="0" baseline="0">
                <a:ln>
                  <a:noFill/>
                </a:ln>
                <a:solidFill>
                  <a:prstClr val="black">
                    <a:lumMod val="75000"/>
                    <a:lumOff val="25000"/>
                  </a:prstClr>
                </a:solidFill>
                <a:effectLst/>
                <a:uLnTx/>
                <a:uFillTx/>
                <a:latin typeface="Arial"/>
                <a:ea typeface="微软雅黑"/>
                <a:cs typeface="思源宋体 CN Heavy" panose="02020900000000000000" pitchFamily="18" charset="-122"/>
              </a:defRPr>
            </a:lvl1pPr>
            <a:lvl2pPr marL="742950" indent="-285750">
              <a:lnSpc>
                <a:spcPct val="90000"/>
              </a:lnSpc>
              <a:spcBef>
                <a:spcPts val="500"/>
              </a:spcBef>
              <a:buFont typeface="Arial" panose="020B0604020202020204" pitchFamily="34" charset="0"/>
              <a:buChar char="•"/>
              <a:defRPr sz="2400">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pPr>
              <a:lnSpc>
                <a:spcPct val="150000"/>
              </a:lnSpc>
            </a:pPr>
            <a:r>
              <a:rPr lang="en-US" altLang="zh-CN" sz="2000" b="0" dirty="0" smtClean="0">
                <a:solidFill>
                  <a:schemeClr val="tx1"/>
                </a:solidFill>
                <a:latin typeface="思源宋体" panose="02020700000000000000" pitchFamily="18" charset="-122"/>
                <a:ea typeface="思源宋体" panose="02020700000000000000" pitchFamily="18" charset="-122"/>
                <a:sym typeface="Arial"/>
              </a:rPr>
              <a:t>1.</a:t>
            </a:r>
            <a:r>
              <a:rPr lang="zh-CN" altLang="en-US" sz="2000" b="0" dirty="0" smtClean="0">
                <a:solidFill>
                  <a:schemeClr val="tx1"/>
                </a:solidFill>
                <a:latin typeface="思源宋体" panose="02020700000000000000" pitchFamily="18" charset="-122"/>
                <a:ea typeface="思源宋体" panose="02020700000000000000" pitchFamily="18" charset="-122"/>
                <a:sym typeface="Arial"/>
              </a:rPr>
              <a:t>制造讯息中心报警类型</a:t>
            </a:r>
            <a:endParaRPr lang="en-US" altLang="zh-CN" sz="2000" b="0" dirty="0" smtClean="0">
              <a:solidFill>
                <a:schemeClr val="tx1"/>
              </a:solidFill>
              <a:latin typeface="思源宋体" panose="02020700000000000000" pitchFamily="18" charset="-122"/>
              <a:ea typeface="思源宋体" panose="02020700000000000000" pitchFamily="18" charset="-122"/>
              <a:sym typeface="Arial"/>
            </a:endParaRPr>
          </a:p>
          <a:p>
            <a:pPr>
              <a:lnSpc>
                <a:spcPct val="150000"/>
              </a:lnSpc>
            </a:pPr>
            <a:r>
              <a:rPr lang="zh-CN" altLang="en-US" sz="1400" b="0" dirty="0">
                <a:solidFill>
                  <a:schemeClr val="tx1"/>
                </a:solidFill>
                <a:latin typeface="思源宋体" panose="02020700000000000000" pitchFamily="18" charset="-122"/>
                <a:ea typeface="思源宋体" panose="02020700000000000000" pitchFamily="18" charset="-122"/>
                <a:sym typeface="Arial"/>
              </a:rPr>
              <a:t>在</a:t>
            </a:r>
            <a:r>
              <a:rPr lang="zh-CN" altLang="en-US" sz="1400" b="0" dirty="0" smtClean="0">
                <a:solidFill>
                  <a:schemeClr val="tx1"/>
                </a:solidFill>
                <a:latin typeface="思源宋体" panose="02020700000000000000" pitchFamily="18" charset="-122"/>
                <a:ea typeface="思源宋体" panose="02020700000000000000" pitchFamily="18" charset="-122"/>
                <a:sym typeface="Arial"/>
              </a:rPr>
              <a:t>用：</a:t>
            </a:r>
            <a:r>
              <a:rPr lang="en-US" altLang="zh-CN" sz="1400" b="0" dirty="0" smtClean="0">
                <a:solidFill>
                  <a:schemeClr val="tx1"/>
                </a:solidFill>
                <a:latin typeface="思源宋体" panose="02020700000000000000" pitchFamily="18" charset="-122"/>
                <a:ea typeface="思源宋体" panose="02020700000000000000" pitchFamily="18" charset="-122"/>
                <a:sym typeface="Arial"/>
              </a:rPr>
              <a:t>9</a:t>
            </a:r>
            <a:r>
              <a:rPr lang="zh-CN" altLang="en-US" sz="1400" b="0" dirty="0" smtClean="0">
                <a:solidFill>
                  <a:schemeClr val="tx1"/>
                </a:solidFill>
                <a:latin typeface="思源宋体" panose="02020700000000000000" pitchFamily="18" charset="-122"/>
                <a:ea typeface="思源宋体" panose="02020700000000000000" pitchFamily="18" charset="-122"/>
                <a:sym typeface="Arial"/>
              </a:rPr>
              <a:t>种（</a:t>
            </a:r>
            <a:r>
              <a:rPr lang="en-US" altLang="zh-CN" sz="1400" b="0" dirty="0">
                <a:solidFill>
                  <a:schemeClr val="tx1"/>
                </a:solidFill>
                <a:latin typeface="思源宋体" panose="02020700000000000000" pitchFamily="18" charset="-122"/>
                <a:ea typeface="思源宋体" panose="02020700000000000000" pitchFamily="18" charset="-122"/>
                <a:sym typeface="Arial"/>
              </a:rPr>
              <a:t> 9</a:t>
            </a:r>
            <a:r>
              <a:rPr lang="zh-CN" altLang="en-US" sz="1400" b="0" dirty="0">
                <a:solidFill>
                  <a:schemeClr val="tx1"/>
                </a:solidFill>
                <a:latin typeface="思源宋体" panose="02020700000000000000" pitchFamily="18" charset="-122"/>
                <a:ea typeface="思源宋体" panose="02020700000000000000" pitchFamily="18" charset="-122"/>
                <a:sym typeface="Arial"/>
              </a:rPr>
              <a:t>月</a:t>
            </a:r>
            <a:r>
              <a:rPr lang="en-US" altLang="zh-CN" sz="1400" b="0" dirty="0">
                <a:solidFill>
                  <a:schemeClr val="tx1"/>
                </a:solidFill>
                <a:latin typeface="思源宋体" panose="02020700000000000000" pitchFamily="18" charset="-122"/>
                <a:ea typeface="思源宋体" panose="02020700000000000000" pitchFamily="18" charset="-122"/>
                <a:sym typeface="Arial"/>
              </a:rPr>
              <a:t>2</a:t>
            </a:r>
            <a:r>
              <a:rPr lang="zh-CN" altLang="en-US" sz="1400" b="0" dirty="0">
                <a:solidFill>
                  <a:schemeClr val="tx1"/>
                </a:solidFill>
                <a:latin typeface="思源宋体" panose="02020700000000000000" pitchFamily="18" charset="-122"/>
                <a:ea typeface="思源宋体" panose="02020700000000000000" pitchFamily="18" charset="-122"/>
                <a:sym typeface="Arial"/>
              </a:rPr>
              <a:t>号</a:t>
            </a:r>
            <a:r>
              <a:rPr lang="en-US" altLang="zh-CN" sz="1400" b="0" dirty="0">
                <a:solidFill>
                  <a:schemeClr val="tx1"/>
                </a:solidFill>
                <a:latin typeface="思源宋体" panose="02020700000000000000" pitchFamily="18" charset="-122"/>
                <a:ea typeface="思源宋体" panose="02020700000000000000" pitchFamily="18" charset="-122"/>
                <a:sym typeface="Arial"/>
              </a:rPr>
              <a:t>A123</a:t>
            </a:r>
            <a:r>
              <a:rPr lang="zh-CN" altLang="en-US" sz="1400" b="0" dirty="0">
                <a:solidFill>
                  <a:schemeClr val="tx1"/>
                </a:solidFill>
                <a:latin typeface="思源宋体" panose="02020700000000000000" pitchFamily="18" charset="-122"/>
                <a:ea typeface="思源宋体" panose="02020700000000000000" pitchFamily="18" charset="-122"/>
                <a:sym typeface="Arial"/>
              </a:rPr>
              <a:t>生产课副</a:t>
            </a:r>
            <a:r>
              <a:rPr lang="zh-CN" altLang="en-US" sz="1400" b="0" dirty="0" smtClean="0">
                <a:solidFill>
                  <a:schemeClr val="tx1"/>
                </a:solidFill>
                <a:latin typeface="思源宋体" panose="02020700000000000000" pitchFamily="18" charset="-122"/>
                <a:ea typeface="思源宋体" panose="02020700000000000000" pitchFamily="18" charset="-122"/>
                <a:sym typeface="Arial"/>
              </a:rPr>
              <a:t>理和主任开会确认瘦身规格</a:t>
            </a:r>
            <a:r>
              <a:rPr lang="zh-CN" altLang="en-US" sz="1400" b="0" dirty="0">
                <a:solidFill>
                  <a:schemeClr val="tx1"/>
                </a:solidFill>
                <a:latin typeface="思源宋体" panose="02020700000000000000" pitchFamily="18" charset="-122"/>
                <a:ea typeface="思源宋体" panose="02020700000000000000" pitchFamily="18" charset="-122"/>
                <a:sym typeface="Arial"/>
              </a:rPr>
              <a:t>）</a:t>
            </a:r>
            <a:endParaRPr lang="en-US" altLang="zh-CN" sz="1400" b="0" dirty="0" smtClean="0">
              <a:solidFill>
                <a:schemeClr val="tx1"/>
              </a:solidFill>
              <a:latin typeface="思源宋体" panose="02020700000000000000" pitchFamily="18" charset="-122"/>
              <a:ea typeface="思源宋体" panose="02020700000000000000" pitchFamily="18" charset="-122"/>
              <a:sym typeface="Arial"/>
            </a:endParaRPr>
          </a:p>
          <a:p>
            <a:pPr>
              <a:lnSpc>
                <a:spcPct val="150000"/>
              </a:lnSpc>
            </a:pPr>
            <a:r>
              <a:rPr lang="zh-CN" altLang="en-US" sz="1400" b="0" dirty="0" smtClean="0">
                <a:solidFill>
                  <a:schemeClr val="tx1"/>
                </a:solidFill>
                <a:latin typeface="思源宋体" panose="02020700000000000000" pitchFamily="18" charset="-122"/>
                <a:ea typeface="思源宋体" panose="02020700000000000000" pitchFamily="18" charset="-122"/>
                <a:sym typeface="Arial"/>
              </a:rPr>
              <a:t>新增：</a:t>
            </a:r>
            <a:r>
              <a:rPr lang="en-US" altLang="zh-CN" sz="1400" b="0" dirty="0" smtClean="0">
                <a:solidFill>
                  <a:schemeClr val="tx1"/>
                </a:solidFill>
                <a:latin typeface="思源宋体" panose="02020700000000000000" pitchFamily="18" charset="-122"/>
                <a:ea typeface="思源宋体" panose="02020700000000000000" pitchFamily="18" charset="-122"/>
                <a:sym typeface="Arial"/>
              </a:rPr>
              <a:t>6</a:t>
            </a:r>
            <a:r>
              <a:rPr lang="zh-CN" altLang="en-US" sz="1400" b="0" dirty="0" smtClean="0">
                <a:solidFill>
                  <a:schemeClr val="tx1"/>
                </a:solidFill>
                <a:latin typeface="思源宋体" panose="02020700000000000000" pitchFamily="18" charset="-122"/>
                <a:ea typeface="思源宋体" panose="02020700000000000000" pitchFamily="18" charset="-122"/>
                <a:sym typeface="Arial"/>
              </a:rPr>
              <a:t>种（</a:t>
            </a:r>
            <a:r>
              <a:rPr lang="en-US" altLang="zh-CN" sz="1400" b="0" dirty="0" smtClean="0">
                <a:solidFill>
                  <a:schemeClr val="tx1"/>
                </a:solidFill>
                <a:latin typeface="思源宋体" panose="02020700000000000000" pitchFamily="18" charset="-122"/>
                <a:ea typeface="思源宋体" panose="02020700000000000000" pitchFamily="18" charset="-122"/>
                <a:sym typeface="Arial"/>
              </a:rPr>
              <a:t>9</a:t>
            </a:r>
            <a:r>
              <a:rPr lang="zh-CN" altLang="en-US" sz="1400" b="0" dirty="0" smtClean="0">
                <a:solidFill>
                  <a:schemeClr val="tx1"/>
                </a:solidFill>
                <a:latin typeface="思源宋体" panose="02020700000000000000" pitchFamily="18" charset="-122"/>
                <a:ea typeface="思源宋体" panose="02020700000000000000" pitchFamily="18" charset="-122"/>
                <a:sym typeface="Arial"/>
              </a:rPr>
              <a:t>月</a:t>
            </a:r>
            <a:r>
              <a:rPr lang="en-US" altLang="zh-CN" sz="1400" b="0" dirty="0" smtClean="0">
                <a:solidFill>
                  <a:schemeClr val="tx1"/>
                </a:solidFill>
                <a:latin typeface="思源宋体" panose="02020700000000000000" pitchFamily="18" charset="-122"/>
                <a:ea typeface="思源宋体" panose="02020700000000000000" pitchFamily="18" charset="-122"/>
                <a:sym typeface="Arial"/>
              </a:rPr>
              <a:t>2</a:t>
            </a:r>
            <a:r>
              <a:rPr lang="zh-CN" altLang="en-US" sz="1400" b="0" dirty="0" smtClean="0">
                <a:solidFill>
                  <a:schemeClr val="tx1"/>
                </a:solidFill>
                <a:latin typeface="思源宋体" panose="02020700000000000000" pitchFamily="18" charset="-122"/>
                <a:ea typeface="思源宋体" panose="02020700000000000000" pitchFamily="18" charset="-122"/>
                <a:sym typeface="Arial"/>
              </a:rPr>
              <a:t>号</a:t>
            </a:r>
            <a:r>
              <a:rPr lang="en-US" altLang="zh-CN" sz="1400" b="0" dirty="0" smtClean="0">
                <a:solidFill>
                  <a:schemeClr val="tx1"/>
                </a:solidFill>
                <a:latin typeface="思源宋体" panose="02020700000000000000" pitchFamily="18" charset="-122"/>
                <a:ea typeface="思源宋体" panose="02020700000000000000" pitchFamily="18" charset="-122"/>
                <a:sym typeface="Arial"/>
              </a:rPr>
              <a:t>A123</a:t>
            </a:r>
            <a:r>
              <a:rPr lang="zh-CN" altLang="en-US" sz="1400" b="0" dirty="0" smtClean="0">
                <a:solidFill>
                  <a:schemeClr val="tx1"/>
                </a:solidFill>
                <a:latin typeface="思源宋体" panose="02020700000000000000" pitchFamily="18" charset="-122"/>
                <a:ea typeface="思源宋体" panose="02020700000000000000" pitchFamily="18" charset="-122"/>
                <a:sym typeface="Arial"/>
              </a:rPr>
              <a:t>生产课副理</a:t>
            </a:r>
            <a:r>
              <a:rPr lang="zh-CN" altLang="en-US" sz="1400" b="0" dirty="0">
                <a:solidFill>
                  <a:schemeClr val="tx1"/>
                </a:solidFill>
                <a:latin typeface="思源宋体" panose="02020700000000000000" pitchFamily="18" charset="-122"/>
                <a:ea typeface="思源宋体" panose="02020700000000000000" pitchFamily="18" charset="-122"/>
                <a:sym typeface="Arial"/>
              </a:rPr>
              <a:t>和主任</a:t>
            </a:r>
            <a:r>
              <a:rPr lang="zh-CN" altLang="en-US" sz="1400" b="0" dirty="0" smtClean="0">
                <a:solidFill>
                  <a:schemeClr val="tx1"/>
                </a:solidFill>
                <a:latin typeface="思源宋体" panose="02020700000000000000" pitchFamily="18" charset="-122"/>
                <a:ea typeface="思源宋体" panose="02020700000000000000" pitchFamily="18" charset="-122"/>
                <a:sym typeface="Arial"/>
              </a:rPr>
              <a:t>开会确认新规格）</a:t>
            </a:r>
            <a:endParaRPr lang="en-US" altLang="zh-CN" sz="1400" b="0" dirty="0" smtClean="0">
              <a:solidFill>
                <a:schemeClr val="tx1"/>
              </a:solidFill>
              <a:latin typeface="思源宋体" panose="02020700000000000000" pitchFamily="18" charset="-122"/>
              <a:ea typeface="思源宋体" panose="02020700000000000000" pitchFamily="18" charset="-122"/>
              <a:sym typeface="Arial"/>
            </a:endParaRPr>
          </a:p>
        </p:txBody>
      </p:sp>
      <p:sp>
        <p:nvSpPr>
          <p:cNvPr id="3" name="矩形 2"/>
          <p:cNvSpPr/>
          <p:nvPr/>
        </p:nvSpPr>
        <p:spPr>
          <a:xfrm>
            <a:off x="1501297" y="2319252"/>
            <a:ext cx="9056425" cy="265176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7"/>
          <p:cNvSpPr/>
          <p:nvPr/>
        </p:nvSpPr>
        <p:spPr>
          <a:xfrm>
            <a:off x="72048" y="3326359"/>
            <a:ext cx="1429249" cy="554416"/>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n-US" altLang="zh-CN" sz="1400" dirty="0">
                <a:latin typeface="思源黑体" panose="020B0800000000000000" pitchFamily="34" charset="-122"/>
                <a:ea typeface="思源黑体" panose="020B0800000000000000" pitchFamily="34" charset="-122"/>
              </a:rPr>
              <a:t>1</a:t>
            </a:r>
            <a:r>
              <a:rPr lang="zh-CN" altLang="en-US" sz="1400" dirty="0" smtClean="0">
                <a:latin typeface="思源黑体" panose="020B0800000000000000" pitchFamily="34" charset="-122"/>
                <a:ea typeface="思源黑体" panose="020B0800000000000000" pitchFamily="34" charset="-122"/>
              </a:rPr>
              <a:t>、在用</a:t>
            </a:r>
            <a:r>
              <a:rPr lang="en-US" altLang="zh-CN" sz="1400" dirty="0" smtClean="0">
                <a:latin typeface="思源黑体" panose="020B0800000000000000" pitchFamily="34" charset="-122"/>
                <a:ea typeface="思源黑体" panose="020B0800000000000000" pitchFamily="34" charset="-122"/>
              </a:rPr>
              <a:t>9</a:t>
            </a:r>
            <a:r>
              <a:rPr lang="zh-CN" altLang="en-US" sz="1400" dirty="0" smtClean="0">
                <a:latin typeface="思源黑体" panose="020B0800000000000000" pitchFamily="34" charset="-122"/>
                <a:ea typeface="思源黑体" panose="020B0800000000000000" pitchFamily="34" charset="-122"/>
              </a:rPr>
              <a:t>种</a:t>
            </a:r>
            <a:endParaRPr lang="en-US" altLang="zh-CN" sz="1400" dirty="0" smtClean="0">
              <a:latin typeface="思源黑体" panose="020B0800000000000000" pitchFamily="34" charset="-122"/>
              <a:ea typeface="思源黑体" panose="020B0800000000000000" pitchFamily="34" charset="-122"/>
            </a:endParaRPr>
          </a:p>
        </p:txBody>
      </p:sp>
      <p:sp>
        <p:nvSpPr>
          <p:cNvPr id="4" name="矩形 3"/>
          <p:cNvSpPr/>
          <p:nvPr/>
        </p:nvSpPr>
        <p:spPr>
          <a:xfrm>
            <a:off x="1501297" y="5007126"/>
            <a:ext cx="9056425" cy="175266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9"/>
          <p:cNvSpPr/>
          <p:nvPr/>
        </p:nvSpPr>
        <p:spPr>
          <a:xfrm>
            <a:off x="49048" y="5606250"/>
            <a:ext cx="1429249" cy="554416"/>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n-US" altLang="zh-CN" sz="1400" dirty="0">
                <a:latin typeface="思源黑体" panose="020B0800000000000000" pitchFamily="34" charset="-122"/>
                <a:ea typeface="思源黑体" panose="020B0800000000000000" pitchFamily="34" charset="-122"/>
              </a:rPr>
              <a:t>2</a:t>
            </a:r>
            <a:r>
              <a:rPr lang="zh-CN" altLang="en-US" sz="1400" dirty="0" smtClean="0">
                <a:latin typeface="思源黑体" panose="020B0800000000000000" pitchFamily="34" charset="-122"/>
                <a:ea typeface="思源黑体" panose="020B0800000000000000" pitchFamily="34" charset="-122"/>
              </a:rPr>
              <a:t>、新增</a:t>
            </a:r>
            <a:r>
              <a:rPr lang="en-US" altLang="zh-CN" sz="1400" dirty="0">
                <a:latin typeface="思源黑体" panose="020B0800000000000000" pitchFamily="34" charset="-122"/>
                <a:ea typeface="思源黑体" panose="020B0800000000000000" pitchFamily="34" charset="-122"/>
              </a:rPr>
              <a:t>6</a:t>
            </a:r>
            <a:r>
              <a:rPr lang="zh-CN" altLang="en-US" sz="1400" dirty="0" smtClean="0">
                <a:latin typeface="思源黑体" panose="020B0800000000000000" pitchFamily="34" charset="-122"/>
                <a:ea typeface="思源黑体" panose="020B0800000000000000" pitchFamily="34" charset="-122"/>
              </a:rPr>
              <a:t>种</a:t>
            </a:r>
            <a:endParaRPr lang="en-US" altLang="zh-CN" sz="1400" dirty="0" smtClean="0">
              <a:latin typeface="思源黑体" panose="020B0800000000000000" pitchFamily="34" charset="-122"/>
              <a:ea typeface="思源黑体" panose="020B0800000000000000" pitchFamily="34" charset="-122"/>
            </a:endParaRPr>
          </a:p>
        </p:txBody>
      </p:sp>
      <p:pic>
        <p:nvPicPr>
          <p:cNvPr id="9" name="图片 8"/>
          <p:cNvPicPr>
            <a:picLocks noChangeAspect="1"/>
          </p:cNvPicPr>
          <p:nvPr/>
        </p:nvPicPr>
        <p:blipFill>
          <a:blip r:embed="rId3"/>
          <a:stretch>
            <a:fillRect/>
          </a:stretch>
        </p:blipFill>
        <p:spPr>
          <a:xfrm>
            <a:off x="5375913" y="24939"/>
            <a:ext cx="6782835" cy="2043436"/>
          </a:xfrm>
          <a:prstGeom prst="rect">
            <a:avLst/>
          </a:prstGeom>
        </p:spPr>
      </p:pic>
      <p:sp>
        <p:nvSpPr>
          <p:cNvPr id="11" name="矩形 10"/>
          <p:cNvSpPr/>
          <p:nvPr/>
        </p:nvSpPr>
        <p:spPr>
          <a:xfrm>
            <a:off x="1487981" y="2344191"/>
            <a:ext cx="3962749" cy="897773"/>
          </a:xfrm>
          <a:prstGeom prst="rect">
            <a:avLst/>
          </a:prstGeom>
          <a:noFill/>
          <a:ln w="28575">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1478297" y="3278078"/>
            <a:ext cx="3962749" cy="299115"/>
          </a:xfrm>
          <a:prstGeom prst="rect">
            <a:avLst/>
          </a:prstGeom>
          <a:noFill/>
          <a:ln w="28575">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圆角矩形 14"/>
          <p:cNvSpPr/>
          <p:nvPr/>
        </p:nvSpPr>
        <p:spPr>
          <a:xfrm>
            <a:off x="5464045" y="4433466"/>
            <a:ext cx="1670834" cy="271082"/>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zh-CN" altLang="en-US" sz="1400" dirty="0">
                <a:latin typeface="思源黑体" panose="020B0800000000000000" pitchFamily="34" charset="-122"/>
                <a:ea typeface="思源黑体" panose="020B0800000000000000" pitchFamily="34" charset="-122"/>
              </a:rPr>
              <a:t>抓取</a:t>
            </a:r>
            <a:r>
              <a:rPr lang="zh-CN" altLang="en-US" sz="1400" dirty="0" smtClean="0">
                <a:latin typeface="思源黑体" panose="020B0800000000000000" pitchFamily="34" charset="-122"/>
                <a:ea typeface="思源黑体" panose="020B0800000000000000" pitchFamily="34" charset="-122"/>
              </a:rPr>
              <a:t>频率</a:t>
            </a:r>
            <a:r>
              <a:rPr lang="en-US" altLang="zh-CN" sz="1400" dirty="0">
                <a:latin typeface="思源黑体" panose="020B0800000000000000" pitchFamily="34" charset="-122"/>
                <a:ea typeface="思源黑体" panose="020B0800000000000000" pitchFamily="34" charset="-122"/>
              </a:rPr>
              <a:t>5</a:t>
            </a:r>
            <a:r>
              <a:rPr lang="en-US" altLang="zh-CN" sz="1400" dirty="0" smtClean="0">
                <a:latin typeface="思源黑体" panose="020B0800000000000000" pitchFamily="34" charset="-122"/>
                <a:ea typeface="思源黑体" panose="020B0800000000000000" pitchFamily="34" charset="-122"/>
              </a:rPr>
              <a:t>min/</a:t>
            </a:r>
            <a:r>
              <a:rPr lang="zh-CN" altLang="en-US" sz="1400" dirty="0" smtClean="0">
                <a:latin typeface="思源黑体" panose="020B0800000000000000" pitchFamily="34" charset="-122"/>
                <a:ea typeface="思源黑体" panose="020B0800000000000000" pitchFamily="34" charset="-122"/>
              </a:rPr>
              <a:t>次</a:t>
            </a:r>
            <a:endParaRPr lang="en-US" altLang="zh-CN" sz="1400" dirty="0" smtClean="0">
              <a:latin typeface="思源黑体" panose="020B0800000000000000" pitchFamily="34" charset="-122"/>
              <a:ea typeface="思源黑体" panose="020B0800000000000000" pitchFamily="34" charset="-122"/>
            </a:endParaRPr>
          </a:p>
        </p:txBody>
      </p:sp>
      <p:sp>
        <p:nvSpPr>
          <p:cNvPr id="17" name="矩形 16"/>
          <p:cNvSpPr/>
          <p:nvPr/>
        </p:nvSpPr>
        <p:spPr>
          <a:xfrm>
            <a:off x="1478296" y="3595642"/>
            <a:ext cx="3962749" cy="1371797"/>
          </a:xfrm>
          <a:prstGeom prst="rect">
            <a:avLst/>
          </a:prstGeom>
          <a:noFill/>
          <a:ln w="28575">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圆角矩形 25"/>
          <p:cNvSpPr/>
          <p:nvPr/>
        </p:nvSpPr>
        <p:spPr>
          <a:xfrm>
            <a:off x="5493132" y="3278078"/>
            <a:ext cx="1670834" cy="271082"/>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zh-CN" altLang="en-US" sz="1400" dirty="0">
                <a:latin typeface="思源黑体" panose="020B0800000000000000" pitchFamily="34" charset="-122"/>
                <a:ea typeface="思源黑体" panose="020B0800000000000000" pitchFamily="34" charset="-122"/>
              </a:rPr>
              <a:t>抓取</a:t>
            </a:r>
            <a:r>
              <a:rPr lang="zh-CN" altLang="en-US" sz="1400" dirty="0" smtClean="0">
                <a:latin typeface="思源黑体" panose="020B0800000000000000" pitchFamily="34" charset="-122"/>
                <a:ea typeface="思源黑体" panose="020B0800000000000000" pitchFamily="34" charset="-122"/>
              </a:rPr>
              <a:t>频率</a:t>
            </a:r>
            <a:r>
              <a:rPr lang="en-US" altLang="zh-CN" sz="1400" dirty="0">
                <a:latin typeface="思源黑体" panose="020B0800000000000000" pitchFamily="34" charset="-122"/>
                <a:ea typeface="思源黑体" panose="020B0800000000000000" pitchFamily="34" charset="-122"/>
              </a:rPr>
              <a:t>5</a:t>
            </a:r>
            <a:r>
              <a:rPr lang="en-US" altLang="zh-CN" sz="1400" dirty="0" smtClean="0">
                <a:latin typeface="思源黑体" panose="020B0800000000000000" pitchFamily="34" charset="-122"/>
                <a:ea typeface="思源黑体" panose="020B0800000000000000" pitchFamily="34" charset="-122"/>
              </a:rPr>
              <a:t>min/</a:t>
            </a:r>
            <a:r>
              <a:rPr lang="zh-CN" altLang="en-US" sz="1400" dirty="0" smtClean="0">
                <a:latin typeface="思源黑体" panose="020B0800000000000000" pitchFamily="34" charset="-122"/>
                <a:ea typeface="思源黑体" panose="020B0800000000000000" pitchFamily="34" charset="-122"/>
              </a:rPr>
              <a:t>次</a:t>
            </a:r>
            <a:endParaRPr lang="en-US" altLang="zh-CN" sz="1400" dirty="0" smtClean="0">
              <a:latin typeface="思源黑体" panose="020B0800000000000000" pitchFamily="34" charset="-122"/>
              <a:ea typeface="思源黑体" panose="020B0800000000000000" pitchFamily="34" charset="-122"/>
            </a:endParaRPr>
          </a:p>
        </p:txBody>
      </p:sp>
      <p:sp>
        <p:nvSpPr>
          <p:cNvPr id="27" name="圆角矩形 26"/>
          <p:cNvSpPr/>
          <p:nvPr/>
        </p:nvSpPr>
        <p:spPr>
          <a:xfrm>
            <a:off x="5493132" y="2927459"/>
            <a:ext cx="1730628" cy="271082"/>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zh-CN" altLang="en-US" sz="1400" dirty="0">
                <a:latin typeface="思源黑体" panose="020B0800000000000000" pitchFamily="34" charset="-122"/>
                <a:ea typeface="思源黑体" panose="020B0800000000000000" pitchFamily="34" charset="-122"/>
              </a:rPr>
              <a:t>抓取</a:t>
            </a:r>
            <a:r>
              <a:rPr lang="zh-CN" altLang="en-US" sz="1400" dirty="0" smtClean="0">
                <a:latin typeface="思源黑体" panose="020B0800000000000000" pitchFamily="34" charset="-122"/>
                <a:ea typeface="思源黑体" panose="020B0800000000000000" pitchFamily="34" charset="-122"/>
              </a:rPr>
              <a:t>频率</a:t>
            </a:r>
            <a:r>
              <a:rPr lang="en-US" altLang="zh-CN" sz="1400" dirty="0" smtClean="0">
                <a:latin typeface="思源黑体" panose="020B0800000000000000" pitchFamily="34" charset="-122"/>
                <a:ea typeface="思源黑体" panose="020B0800000000000000" pitchFamily="34" charset="-122"/>
              </a:rPr>
              <a:t>10min/</a:t>
            </a:r>
            <a:r>
              <a:rPr lang="zh-CN" altLang="en-US" sz="1400" dirty="0" smtClean="0">
                <a:latin typeface="思源黑体" panose="020B0800000000000000" pitchFamily="34" charset="-122"/>
                <a:ea typeface="思源黑体" panose="020B0800000000000000" pitchFamily="34" charset="-122"/>
              </a:rPr>
              <a:t>次</a:t>
            </a:r>
            <a:endParaRPr lang="en-US" altLang="zh-CN" sz="1400" dirty="0" smtClean="0">
              <a:latin typeface="思源黑体" panose="020B0800000000000000" pitchFamily="34" charset="-122"/>
              <a:ea typeface="思源黑体" panose="020B0800000000000000" pitchFamily="34" charset="-122"/>
            </a:endParaRPr>
          </a:p>
        </p:txBody>
      </p:sp>
      <p:sp>
        <p:nvSpPr>
          <p:cNvPr id="28" name="圆角矩形 27"/>
          <p:cNvSpPr/>
          <p:nvPr/>
        </p:nvSpPr>
        <p:spPr>
          <a:xfrm>
            <a:off x="5450730" y="4717987"/>
            <a:ext cx="1730628" cy="271082"/>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zh-CN" altLang="en-US" sz="1400" dirty="0">
                <a:latin typeface="思源黑体" panose="020B0800000000000000" pitchFamily="34" charset="-122"/>
                <a:ea typeface="思源黑体" panose="020B0800000000000000" pitchFamily="34" charset="-122"/>
              </a:rPr>
              <a:t>抓取</a:t>
            </a:r>
            <a:r>
              <a:rPr lang="zh-CN" altLang="en-US" sz="1400" dirty="0" smtClean="0">
                <a:latin typeface="思源黑体" panose="020B0800000000000000" pitchFamily="34" charset="-122"/>
                <a:ea typeface="思源黑体" panose="020B0800000000000000" pitchFamily="34" charset="-122"/>
              </a:rPr>
              <a:t>频率</a:t>
            </a:r>
            <a:r>
              <a:rPr lang="en-US" altLang="zh-CN" sz="1400" dirty="0" smtClean="0">
                <a:latin typeface="思源黑体" panose="020B0800000000000000" pitchFamily="34" charset="-122"/>
                <a:ea typeface="思源黑体" panose="020B0800000000000000" pitchFamily="34" charset="-122"/>
              </a:rPr>
              <a:t>10min/</a:t>
            </a:r>
            <a:r>
              <a:rPr lang="zh-CN" altLang="en-US" sz="1400" dirty="0" smtClean="0">
                <a:latin typeface="思源黑体" panose="020B0800000000000000" pitchFamily="34" charset="-122"/>
                <a:ea typeface="思源黑体" panose="020B0800000000000000" pitchFamily="34" charset="-122"/>
              </a:rPr>
              <a:t>次</a:t>
            </a:r>
            <a:endParaRPr lang="en-US" altLang="zh-CN" sz="1400" dirty="0" smtClean="0">
              <a:latin typeface="思源黑体" panose="020B0800000000000000" pitchFamily="34" charset="-122"/>
              <a:ea typeface="思源黑体" panose="020B0800000000000000" pitchFamily="34" charset="-122"/>
            </a:endParaRPr>
          </a:p>
        </p:txBody>
      </p:sp>
      <p:sp>
        <p:nvSpPr>
          <p:cNvPr id="29" name="圆角矩形 28"/>
          <p:cNvSpPr/>
          <p:nvPr/>
        </p:nvSpPr>
        <p:spPr>
          <a:xfrm>
            <a:off x="5464045" y="4126270"/>
            <a:ext cx="1730628" cy="271082"/>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zh-CN" altLang="en-US" sz="1400" dirty="0">
                <a:latin typeface="思源黑体" panose="020B0800000000000000" pitchFamily="34" charset="-122"/>
                <a:ea typeface="思源黑体" panose="020B0800000000000000" pitchFamily="34" charset="-122"/>
              </a:rPr>
              <a:t>抓取</a:t>
            </a:r>
            <a:r>
              <a:rPr lang="zh-CN" altLang="en-US" sz="1400" dirty="0" smtClean="0">
                <a:latin typeface="思源黑体" panose="020B0800000000000000" pitchFamily="34" charset="-122"/>
                <a:ea typeface="思源黑体" panose="020B0800000000000000" pitchFamily="34" charset="-122"/>
              </a:rPr>
              <a:t>频率</a:t>
            </a:r>
            <a:r>
              <a:rPr lang="en-US" altLang="zh-CN" sz="1400" dirty="0" smtClean="0">
                <a:latin typeface="思源黑体" panose="020B0800000000000000" pitchFamily="34" charset="-122"/>
                <a:ea typeface="思源黑体" panose="020B0800000000000000" pitchFamily="34" charset="-122"/>
              </a:rPr>
              <a:t>10min/</a:t>
            </a:r>
            <a:r>
              <a:rPr lang="zh-CN" altLang="en-US" sz="1400" dirty="0" smtClean="0">
                <a:latin typeface="思源黑体" panose="020B0800000000000000" pitchFamily="34" charset="-122"/>
                <a:ea typeface="思源黑体" panose="020B0800000000000000" pitchFamily="34" charset="-122"/>
              </a:rPr>
              <a:t>次</a:t>
            </a:r>
            <a:endParaRPr lang="en-US" altLang="zh-CN" sz="1400" dirty="0" smtClean="0">
              <a:latin typeface="思源黑体" panose="020B0800000000000000" pitchFamily="34" charset="-122"/>
              <a:ea typeface="思源黑体" panose="020B0800000000000000" pitchFamily="34" charset="-122"/>
            </a:endParaRPr>
          </a:p>
        </p:txBody>
      </p:sp>
      <p:sp>
        <p:nvSpPr>
          <p:cNvPr id="30" name="圆角矩形 29"/>
          <p:cNvSpPr/>
          <p:nvPr/>
        </p:nvSpPr>
        <p:spPr>
          <a:xfrm>
            <a:off x="5450730" y="3828892"/>
            <a:ext cx="1730628" cy="271082"/>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zh-CN" altLang="en-US" sz="1400" dirty="0">
                <a:latin typeface="思源黑体" panose="020B0800000000000000" pitchFamily="34" charset="-122"/>
                <a:ea typeface="思源黑体" panose="020B0800000000000000" pitchFamily="34" charset="-122"/>
              </a:rPr>
              <a:t>抓取</a:t>
            </a:r>
            <a:r>
              <a:rPr lang="zh-CN" altLang="en-US" sz="1400" dirty="0" smtClean="0">
                <a:latin typeface="思源黑体" panose="020B0800000000000000" pitchFamily="34" charset="-122"/>
                <a:ea typeface="思源黑体" panose="020B0800000000000000" pitchFamily="34" charset="-122"/>
              </a:rPr>
              <a:t>频率</a:t>
            </a:r>
            <a:r>
              <a:rPr lang="en-US" altLang="zh-CN" sz="1400" dirty="0" smtClean="0">
                <a:latin typeface="思源黑体" panose="020B0800000000000000" pitchFamily="34" charset="-122"/>
                <a:ea typeface="思源黑体" panose="020B0800000000000000" pitchFamily="34" charset="-122"/>
              </a:rPr>
              <a:t>10min/</a:t>
            </a:r>
            <a:r>
              <a:rPr lang="zh-CN" altLang="en-US" sz="1400" dirty="0" smtClean="0">
                <a:latin typeface="思源黑体" panose="020B0800000000000000" pitchFamily="34" charset="-122"/>
                <a:ea typeface="思源黑体" panose="020B0800000000000000" pitchFamily="34" charset="-122"/>
              </a:rPr>
              <a:t>次</a:t>
            </a:r>
            <a:endParaRPr lang="en-US" altLang="zh-CN" sz="1400" dirty="0" smtClean="0">
              <a:latin typeface="思源黑体" panose="020B0800000000000000" pitchFamily="34" charset="-122"/>
              <a:ea typeface="思源黑体" panose="020B0800000000000000" pitchFamily="34" charset="-122"/>
            </a:endParaRPr>
          </a:p>
        </p:txBody>
      </p:sp>
      <p:sp>
        <p:nvSpPr>
          <p:cNvPr id="31" name="圆角矩形 30"/>
          <p:cNvSpPr/>
          <p:nvPr/>
        </p:nvSpPr>
        <p:spPr>
          <a:xfrm>
            <a:off x="5473730" y="3572693"/>
            <a:ext cx="1730628" cy="271082"/>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zh-CN" altLang="en-US" sz="1400" dirty="0">
                <a:latin typeface="思源黑体" panose="020B0800000000000000" pitchFamily="34" charset="-122"/>
                <a:ea typeface="思源黑体" panose="020B0800000000000000" pitchFamily="34" charset="-122"/>
              </a:rPr>
              <a:t>抓取</a:t>
            </a:r>
            <a:r>
              <a:rPr lang="zh-CN" altLang="en-US" sz="1400" dirty="0" smtClean="0">
                <a:latin typeface="思源黑体" panose="020B0800000000000000" pitchFamily="34" charset="-122"/>
                <a:ea typeface="思源黑体" panose="020B0800000000000000" pitchFamily="34" charset="-122"/>
              </a:rPr>
              <a:t>频率</a:t>
            </a:r>
            <a:r>
              <a:rPr lang="en-US" altLang="zh-CN" sz="1400" dirty="0" smtClean="0">
                <a:latin typeface="思源黑体" panose="020B0800000000000000" pitchFamily="34" charset="-122"/>
                <a:ea typeface="思源黑体" panose="020B0800000000000000" pitchFamily="34" charset="-122"/>
              </a:rPr>
              <a:t>10min/</a:t>
            </a:r>
            <a:r>
              <a:rPr lang="zh-CN" altLang="en-US" sz="1400" dirty="0" smtClean="0">
                <a:latin typeface="思源黑体" panose="020B0800000000000000" pitchFamily="34" charset="-122"/>
                <a:ea typeface="思源黑体" panose="020B0800000000000000" pitchFamily="34" charset="-122"/>
              </a:rPr>
              <a:t>次</a:t>
            </a:r>
            <a:endParaRPr lang="en-US" altLang="zh-CN" sz="1400" dirty="0" smtClean="0">
              <a:latin typeface="思源黑体" panose="020B0800000000000000" pitchFamily="34" charset="-122"/>
              <a:ea typeface="思源黑体" panose="020B0800000000000000" pitchFamily="34" charset="-122"/>
            </a:endParaRPr>
          </a:p>
        </p:txBody>
      </p:sp>
      <p:sp>
        <p:nvSpPr>
          <p:cNvPr id="32" name="圆角矩形 31"/>
          <p:cNvSpPr/>
          <p:nvPr/>
        </p:nvSpPr>
        <p:spPr>
          <a:xfrm>
            <a:off x="5493132" y="2647349"/>
            <a:ext cx="1670834" cy="271082"/>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zh-CN" altLang="en-US" sz="1400" dirty="0">
                <a:latin typeface="思源黑体" panose="020B0800000000000000" pitchFamily="34" charset="-122"/>
                <a:ea typeface="思源黑体" panose="020B0800000000000000" pitchFamily="34" charset="-122"/>
              </a:rPr>
              <a:t>抓取</a:t>
            </a:r>
            <a:r>
              <a:rPr lang="zh-CN" altLang="en-US" sz="1400" dirty="0" smtClean="0">
                <a:latin typeface="思源黑体" panose="020B0800000000000000" pitchFamily="34" charset="-122"/>
                <a:ea typeface="思源黑体" panose="020B0800000000000000" pitchFamily="34" charset="-122"/>
              </a:rPr>
              <a:t>频率</a:t>
            </a:r>
            <a:r>
              <a:rPr lang="en-US" altLang="zh-CN" sz="1400" dirty="0">
                <a:latin typeface="思源黑体" panose="020B0800000000000000" pitchFamily="34" charset="-122"/>
                <a:ea typeface="思源黑体" panose="020B0800000000000000" pitchFamily="34" charset="-122"/>
              </a:rPr>
              <a:t>5</a:t>
            </a:r>
            <a:r>
              <a:rPr lang="en-US" altLang="zh-CN" sz="1400" dirty="0" smtClean="0">
                <a:latin typeface="思源黑体" panose="020B0800000000000000" pitchFamily="34" charset="-122"/>
                <a:ea typeface="思源黑体" panose="020B0800000000000000" pitchFamily="34" charset="-122"/>
              </a:rPr>
              <a:t>min/</a:t>
            </a:r>
            <a:r>
              <a:rPr lang="zh-CN" altLang="en-US" sz="1400" dirty="0" smtClean="0">
                <a:latin typeface="思源黑体" panose="020B0800000000000000" pitchFamily="34" charset="-122"/>
                <a:ea typeface="思源黑体" panose="020B0800000000000000" pitchFamily="34" charset="-122"/>
              </a:rPr>
              <a:t>次</a:t>
            </a:r>
            <a:endParaRPr lang="en-US" altLang="zh-CN" sz="1400" dirty="0" smtClean="0">
              <a:latin typeface="思源黑体" panose="020B0800000000000000" pitchFamily="34" charset="-122"/>
              <a:ea typeface="思源黑体" panose="020B0800000000000000" pitchFamily="34" charset="-122"/>
            </a:endParaRPr>
          </a:p>
        </p:txBody>
      </p:sp>
      <p:sp>
        <p:nvSpPr>
          <p:cNvPr id="33" name="圆角矩形 32"/>
          <p:cNvSpPr/>
          <p:nvPr/>
        </p:nvSpPr>
        <p:spPr>
          <a:xfrm>
            <a:off x="5503627" y="2349971"/>
            <a:ext cx="1670834" cy="271082"/>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zh-CN" altLang="en-US" sz="1400" dirty="0">
                <a:latin typeface="思源黑体" panose="020B0800000000000000" pitchFamily="34" charset="-122"/>
                <a:ea typeface="思源黑体" panose="020B0800000000000000" pitchFamily="34" charset="-122"/>
              </a:rPr>
              <a:t>抓取</a:t>
            </a:r>
            <a:r>
              <a:rPr lang="zh-CN" altLang="en-US" sz="1400" dirty="0" smtClean="0">
                <a:latin typeface="思源黑体" panose="020B0800000000000000" pitchFamily="34" charset="-122"/>
                <a:ea typeface="思源黑体" panose="020B0800000000000000" pitchFamily="34" charset="-122"/>
              </a:rPr>
              <a:t>频率</a:t>
            </a:r>
            <a:r>
              <a:rPr lang="en-US" altLang="zh-CN" sz="1400" dirty="0">
                <a:latin typeface="思源黑体" panose="020B0800000000000000" pitchFamily="34" charset="-122"/>
                <a:ea typeface="思源黑体" panose="020B0800000000000000" pitchFamily="34" charset="-122"/>
              </a:rPr>
              <a:t>5</a:t>
            </a:r>
            <a:r>
              <a:rPr lang="en-US" altLang="zh-CN" sz="1400" dirty="0" smtClean="0">
                <a:latin typeface="思源黑体" panose="020B0800000000000000" pitchFamily="34" charset="-122"/>
                <a:ea typeface="思源黑体" panose="020B0800000000000000" pitchFamily="34" charset="-122"/>
              </a:rPr>
              <a:t>min/</a:t>
            </a:r>
            <a:r>
              <a:rPr lang="zh-CN" altLang="en-US" sz="1400" dirty="0" smtClean="0">
                <a:latin typeface="思源黑体" panose="020B0800000000000000" pitchFamily="34" charset="-122"/>
                <a:ea typeface="思源黑体" panose="020B0800000000000000" pitchFamily="34" charset="-122"/>
              </a:rPr>
              <a:t>次</a:t>
            </a:r>
            <a:endParaRPr lang="en-US" altLang="zh-CN" sz="1400" dirty="0" smtClean="0">
              <a:latin typeface="思源黑体" panose="020B0800000000000000" pitchFamily="34" charset="-122"/>
              <a:ea typeface="思源黑体" panose="020B0800000000000000" pitchFamily="34" charset="-122"/>
            </a:endParaRPr>
          </a:p>
        </p:txBody>
      </p:sp>
    </p:spTree>
    <p:extLst>
      <p:ext uri="{BB962C8B-B14F-4D97-AF65-F5344CB8AC3E}">
        <p14:creationId xmlns:p14="http://schemas.microsoft.com/office/powerpoint/2010/main" val="37688093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文本框 20">
            <a:extLst>
              <a:ext uri="{FF2B5EF4-FFF2-40B4-BE49-F238E27FC236}">
                <a16:creationId xmlns:a16="http://schemas.microsoft.com/office/drawing/2014/main" id="{94782366-33E8-F14D-3C1E-BD4F2695AEE5}"/>
              </a:ext>
            </a:extLst>
          </p:cNvPr>
          <p:cNvSpPr txBox="1">
            <a:spLocks noChangeArrowheads="1"/>
          </p:cNvSpPr>
          <p:nvPr/>
        </p:nvSpPr>
        <p:spPr bwMode="auto">
          <a:xfrm>
            <a:off x="622352" y="329938"/>
            <a:ext cx="67443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R="0" lvl="0" indent="0" defTabSz="1219200" fontAlgn="auto">
              <a:lnSpc>
                <a:spcPct val="100000"/>
              </a:lnSpc>
              <a:spcBef>
                <a:spcPct val="0"/>
              </a:spcBef>
              <a:spcAft>
                <a:spcPts val="0"/>
              </a:spcAft>
              <a:buClrTx/>
              <a:buSzTx/>
              <a:buFont typeface="思源宋体 CN Heavy" panose="02020900000000000000" pitchFamily="18" charset="-122"/>
              <a:buNone/>
              <a:tabLst/>
              <a:defRPr kumimoji="0" sz="2800" b="1" i="0" u="none" strike="noStrike" kern="0" cap="none" spc="0" normalizeH="0" baseline="0">
                <a:ln>
                  <a:noFill/>
                </a:ln>
                <a:solidFill>
                  <a:prstClr val="black">
                    <a:lumMod val="75000"/>
                    <a:lumOff val="25000"/>
                  </a:prstClr>
                </a:solidFill>
                <a:effectLst/>
                <a:uLnTx/>
                <a:uFillTx/>
                <a:latin typeface="Arial"/>
                <a:ea typeface="微软雅黑"/>
                <a:cs typeface="思源宋体 CN Heavy" panose="02020900000000000000" pitchFamily="18" charset="-122"/>
              </a:defRPr>
            </a:lvl1pPr>
            <a:lvl2pPr marL="742950" indent="-285750">
              <a:lnSpc>
                <a:spcPct val="90000"/>
              </a:lnSpc>
              <a:spcBef>
                <a:spcPts val="500"/>
              </a:spcBef>
              <a:buFont typeface="Arial" panose="020B0604020202020204" pitchFamily="34" charset="0"/>
              <a:buChar char="•"/>
              <a:defRPr sz="2400">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pPr algn="ctr"/>
            <a:r>
              <a:rPr lang="en-US" altLang="zh-CN" sz="2400" dirty="0" smtClean="0">
                <a:solidFill>
                  <a:schemeClr val="bg1"/>
                </a:solidFill>
                <a:latin typeface="思源黑体" panose="020B0800000000000000" pitchFamily="34" charset="-122"/>
                <a:ea typeface="思源黑体" panose="020B0800000000000000" pitchFamily="34" charset="-122"/>
                <a:sym typeface="Arial"/>
              </a:rPr>
              <a:t>17</a:t>
            </a:r>
            <a:endParaRPr lang="zh-CN" altLang="en-US" sz="2400" dirty="0">
              <a:solidFill>
                <a:schemeClr val="bg1"/>
              </a:solidFill>
              <a:latin typeface="思源黑体" panose="020B0800000000000000" pitchFamily="34" charset="-122"/>
              <a:ea typeface="思源黑体" panose="020B0800000000000000" pitchFamily="34" charset="-122"/>
              <a:sym typeface="Arial"/>
            </a:endParaRPr>
          </a:p>
        </p:txBody>
      </p:sp>
      <p:sp>
        <p:nvSpPr>
          <p:cNvPr id="7" name="文本框 20">
            <a:extLst>
              <a:ext uri="{FF2B5EF4-FFF2-40B4-BE49-F238E27FC236}">
                <a16:creationId xmlns:a16="http://schemas.microsoft.com/office/drawing/2014/main" id="{94782366-33E8-F14D-3C1E-BD4F2695AEE5}"/>
              </a:ext>
            </a:extLst>
          </p:cNvPr>
          <p:cNvSpPr txBox="1">
            <a:spLocks noChangeArrowheads="1"/>
          </p:cNvSpPr>
          <p:nvPr/>
        </p:nvSpPr>
        <p:spPr bwMode="auto">
          <a:xfrm>
            <a:off x="247028" y="733911"/>
            <a:ext cx="999425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R="0" lvl="0" indent="0" defTabSz="1219200" fontAlgn="auto">
              <a:lnSpc>
                <a:spcPct val="100000"/>
              </a:lnSpc>
              <a:spcBef>
                <a:spcPct val="0"/>
              </a:spcBef>
              <a:spcAft>
                <a:spcPts val="0"/>
              </a:spcAft>
              <a:buClrTx/>
              <a:buSzTx/>
              <a:buFont typeface="思源宋体 CN Heavy" panose="02020900000000000000" pitchFamily="18" charset="-122"/>
              <a:buNone/>
              <a:tabLst/>
              <a:defRPr kumimoji="0" sz="2800" b="1" i="0" u="none" strike="noStrike" kern="0" cap="none" spc="0" normalizeH="0" baseline="0">
                <a:ln>
                  <a:noFill/>
                </a:ln>
                <a:solidFill>
                  <a:prstClr val="black">
                    <a:lumMod val="75000"/>
                    <a:lumOff val="25000"/>
                  </a:prstClr>
                </a:solidFill>
                <a:effectLst/>
                <a:uLnTx/>
                <a:uFillTx/>
                <a:latin typeface="Arial"/>
                <a:ea typeface="微软雅黑"/>
                <a:cs typeface="思源宋体 CN Heavy" panose="02020900000000000000" pitchFamily="18" charset="-122"/>
              </a:defRPr>
            </a:lvl1pPr>
            <a:lvl2pPr marL="742950" indent="-285750">
              <a:lnSpc>
                <a:spcPct val="90000"/>
              </a:lnSpc>
              <a:spcBef>
                <a:spcPts val="500"/>
              </a:spcBef>
              <a:buFont typeface="Arial" panose="020B0604020202020204" pitchFamily="34" charset="0"/>
              <a:buChar char="•"/>
              <a:defRPr sz="2400">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pPr>
              <a:lnSpc>
                <a:spcPct val="150000"/>
              </a:lnSpc>
            </a:pPr>
            <a:r>
              <a:rPr lang="en-US" altLang="zh-CN" sz="2000" b="0" dirty="0" smtClean="0">
                <a:solidFill>
                  <a:schemeClr val="tx1"/>
                </a:solidFill>
                <a:latin typeface="思源宋体" panose="02020700000000000000" pitchFamily="18" charset="-122"/>
                <a:ea typeface="思源宋体" panose="02020700000000000000" pitchFamily="18" charset="-122"/>
                <a:sym typeface="Arial"/>
              </a:rPr>
              <a:t>2.</a:t>
            </a:r>
            <a:r>
              <a:rPr lang="zh-CN" altLang="en-US" sz="2000" b="0" dirty="0" smtClean="0">
                <a:solidFill>
                  <a:schemeClr val="tx1"/>
                </a:solidFill>
                <a:latin typeface="思源宋体" panose="02020700000000000000" pitchFamily="18" charset="-122"/>
                <a:ea typeface="思源宋体" panose="02020700000000000000" pitchFamily="18" charset="-122"/>
                <a:sym typeface="Arial"/>
              </a:rPr>
              <a:t>报警监控逻辑</a:t>
            </a:r>
            <a:endParaRPr lang="en-US" altLang="zh-CN" sz="2000" b="0" dirty="0" smtClean="0">
              <a:solidFill>
                <a:schemeClr val="tx1"/>
              </a:solidFill>
              <a:latin typeface="思源宋体" panose="02020700000000000000" pitchFamily="18" charset="-122"/>
              <a:ea typeface="思源宋体" panose="02020700000000000000" pitchFamily="18" charset="-122"/>
              <a:sym typeface="Arial"/>
            </a:endParaRPr>
          </a:p>
          <a:p>
            <a:pPr>
              <a:lnSpc>
                <a:spcPct val="150000"/>
              </a:lnSpc>
            </a:pPr>
            <a:endParaRPr lang="en-US" altLang="zh-CN" sz="1600" b="0" dirty="0" smtClean="0">
              <a:solidFill>
                <a:schemeClr val="tx1"/>
              </a:solidFill>
              <a:latin typeface="思源宋体" panose="02020700000000000000" pitchFamily="18" charset="-122"/>
              <a:ea typeface="思源宋体" panose="02020700000000000000" pitchFamily="18" charset="-122"/>
              <a:sym typeface="Arial"/>
            </a:endParaRPr>
          </a:p>
        </p:txBody>
      </p:sp>
      <p:sp>
        <p:nvSpPr>
          <p:cNvPr id="8" name="圆角矩形 7"/>
          <p:cNvSpPr/>
          <p:nvPr/>
        </p:nvSpPr>
        <p:spPr>
          <a:xfrm>
            <a:off x="357446" y="1290585"/>
            <a:ext cx="1546169" cy="325091"/>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n-US" altLang="zh-CN" sz="1400" dirty="0" smtClean="0">
                <a:latin typeface="思源黑体" panose="020B0800000000000000" pitchFamily="34" charset="-122"/>
                <a:ea typeface="思源黑体" panose="020B0800000000000000" pitchFamily="34" charset="-122"/>
              </a:rPr>
              <a:t>1</a:t>
            </a:r>
            <a:r>
              <a:rPr lang="zh-CN" altLang="en-US" sz="1400" dirty="0" smtClean="0">
                <a:latin typeface="思源黑体" panose="020B0800000000000000" pitchFamily="34" charset="-122"/>
                <a:ea typeface="思源黑体" panose="020B0800000000000000" pitchFamily="34" charset="-122"/>
              </a:rPr>
              <a:t>、</a:t>
            </a:r>
            <a:r>
              <a:rPr lang="en-US" altLang="zh-CN" sz="1400" dirty="0" err="1" smtClean="0">
                <a:latin typeface="思源黑体" panose="020B0800000000000000" pitchFamily="34" charset="-122"/>
                <a:ea typeface="思源黑体" panose="020B0800000000000000" pitchFamily="34" charset="-122"/>
              </a:rPr>
              <a:t>ChangeAcid</a:t>
            </a:r>
            <a:endParaRPr lang="en-US" altLang="zh-CN" sz="1400" dirty="0" smtClean="0">
              <a:latin typeface="思源黑体" panose="020B0800000000000000" pitchFamily="34" charset="-122"/>
              <a:ea typeface="思源黑体" panose="020B0800000000000000" pitchFamily="34" charset="-122"/>
            </a:endParaRPr>
          </a:p>
        </p:txBody>
      </p:sp>
      <p:sp>
        <p:nvSpPr>
          <p:cNvPr id="2" name="文本框 1"/>
          <p:cNvSpPr txBox="1"/>
          <p:nvPr/>
        </p:nvSpPr>
        <p:spPr>
          <a:xfrm>
            <a:off x="266003" y="1809356"/>
            <a:ext cx="4356642" cy="338554"/>
          </a:xfrm>
          <a:prstGeom prst="rect">
            <a:avLst/>
          </a:prstGeom>
          <a:noFill/>
        </p:spPr>
        <p:txBody>
          <a:bodyPr wrap="none" rtlCol="0">
            <a:spAutoFit/>
          </a:bodyPr>
          <a:lstStyle/>
          <a:p>
            <a:r>
              <a:rPr lang="zh-CN" altLang="en-US" sz="1600" dirty="0" smtClean="0">
                <a:latin typeface="思源宋体" panose="02020700000000000000" pitchFamily="18" charset="-122"/>
                <a:ea typeface="思源宋体" panose="02020700000000000000" pitchFamily="18" charset="-122"/>
              </a:rPr>
              <a:t>查询</a:t>
            </a:r>
            <a:r>
              <a:rPr lang="en-US" altLang="zh-CN" sz="1600" dirty="0" smtClean="0">
                <a:latin typeface="思源宋体" panose="02020700000000000000" pitchFamily="18" charset="-122"/>
                <a:ea typeface="思源宋体" panose="02020700000000000000" pitchFamily="18" charset="-122"/>
              </a:rPr>
              <a:t>AMS</a:t>
            </a:r>
            <a:r>
              <a:rPr lang="zh-CN" altLang="en-US" sz="1600" dirty="0" smtClean="0">
                <a:latin typeface="思源宋体" panose="02020700000000000000" pitchFamily="18" charset="-122"/>
                <a:ea typeface="思源宋体" panose="02020700000000000000" pitchFamily="18" charset="-122"/>
              </a:rPr>
              <a:t>报警</a:t>
            </a:r>
            <a:r>
              <a:rPr lang="zh-CN" altLang="en-US" sz="1600" dirty="0">
                <a:latin typeface="思源宋体" panose="02020700000000000000" pitchFamily="18" charset="-122"/>
                <a:ea typeface="思源宋体" panose="02020700000000000000" pitchFamily="18" charset="-122"/>
              </a:rPr>
              <a:t>表中开始换酸和换酸</a:t>
            </a:r>
            <a:r>
              <a:rPr lang="zh-CN" altLang="en-US" sz="1600" dirty="0" smtClean="0">
                <a:latin typeface="思源宋体" panose="02020700000000000000" pitchFamily="18" charset="-122"/>
                <a:ea typeface="思源宋体" panose="02020700000000000000" pitchFamily="18" charset="-122"/>
              </a:rPr>
              <a:t>结束的报警</a:t>
            </a:r>
          </a:p>
        </p:txBody>
      </p:sp>
      <p:sp>
        <p:nvSpPr>
          <p:cNvPr id="9" name="圆角矩形 8"/>
          <p:cNvSpPr/>
          <p:nvPr/>
        </p:nvSpPr>
        <p:spPr>
          <a:xfrm>
            <a:off x="360215" y="2274257"/>
            <a:ext cx="1543400" cy="325091"/>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n-US" altLang="zh-CN" sz="1400" dirty="0" smtClean="0">
                <a:latin typeface="思源黑体" panose="020B0800000000000000" pitchFamily="34" charset="-122"/>
                <a:ea typeface="思源黑体" panose="020B0800000000000000" pitchFamily="34" charset="-122"/>
              </a:rPr>
              <a:t>2</a:t>
            </a:r>
            <a:r>
              <a:rPr lang="zh-CN" altLang="en-US" sz="1400" dirty="0" smtClean="0">
                <a:latin typeface="思源黑体" panose="020B0800000000000000" pitchFamily="34" charset="-122"/>
                <a:ea typeface="思源黑体" panose="020B0800000000000000" pitchFamily="34" charset="-122"/>
              </a:rPr>
              <a:t>、</a:t>
            </a:r>
            <a:r>
              <a:rPr lang="en-US" altLang="zh-CN" sz="1400" dirty="0" err="1" smtClean="0">
                <a:latin typeface="思源黑体" panose="020B0800000000000000" pitchFamily="34" charset="-122"/>
                <a:ea typeface="思源黑体" panose="020B0800000000000000" pitchFamily="34" charset="-122"/>
              </a:rPr>
              <a:t>EQPAlarm</a:t>
            </a:r>
            <a:endParaRPr lang="en-US" altLang="zh-CN" sz="1400" dirty="0" smtClean="0">
              <a:latin typeface="思源黑体" panose="020B0800000000000000" pitchFamily="34" charset="-122"/>
              <a:ea typeface="思源黑体" panose="020B0800000000000000" pitchFamily="34" charset="-122"/>
            </a:endParaRPr>
          </a:p>
        </p:txBody>
      </p:sp>
      <p:sp>
        <p:nvSpPr>
          <p:cNvPr id="10" name="文本框 9"/>
          <p:cNvSpPr txBox="1"/>
          <p:nvPr/>
        </p:nvSpPr>
        <p:spPr>
          <a:xfrm>
            <a:off x="277084" y="2751465"/>
            <a:ext cx="11651679" cy="1077218"/>
          </a:xfrm>
          <a:prstGeom prst="rect">
            <a:avLst/>
          </a:prstGeom>
          <a:noFill/>
        </p:spPr>
        <p:txBody>
          <a:bodyPr wrap="square" rtlCol="0">
            <a:spAutoFit/>
          </a:bodyPr>
          <a:lstStyle/>
          <a:p>
            <a:r>
              <a:rPr lang="zh-CN" altLang="en-US" sz="1600" dirty="0" smtClean="0">
                <a:latin typeface="思源宋体" panose="02020700000000000000" pitchFamily="18" charset="-122"/>
                <a:ea typeface="思源宋体" panose="02020700000000000000" pitchFamily="18" charset="-122"/>
              </a:rPr>
              <a:t>查询</a:t>
            </a:r>
            <a:r>
              <a:rPr lang="en-US" altLang="zh-CN" sz="1600" dirty="0" smtClean="0">
                <a:latin typeface="思源宋体" panose="02020700000000000000" pitchFamily="18" charset="-122"/>
                <a:ea typeface="思源宋体" panose="02020700000000000000" pitchFamily="18" charset="-122"/>
              </a:rPr>
              <a:t>AMS</a:t>
            </a:r>
            <a:r>
              <a:rPr lang="zh-CN" altLang="en-US" sz="1600" dirty="0" smtClean="0">
                <a:latin typeface="思源宋体" panose="02020700000000000000" pitchFamily="18" charset="-122"/>
                <a:ea typeface="思源宋体" panose="02020700000000000000" pitchFamily="18" charset="-122"/>
              </a:rPr>
              <a:t>报警</a:t>
            </a:r>
            <a:r>
              <a:rPr lang="zh-CN" altLang="en-US" sz="1600" dirty="0">
                <a:latin typeface="思源宋体" panose="02020700000000000000" pitchFamily="18" charset="-122"/>
                <a:ea typeface="思源宋体" panose="02020700000000000000" pitchFamily="18" charset="-122"/>
              </a:rPr>
              <a:t>表</a:t>
            </a:r>
            <a:r>
              <a:rPr lang="zh-CN" altLang="en-US" sz="1600" dirty="0" smtClean="0">
                <a:latin typeface="思源宋体" panose="02020700000000000000" pitchFamily="18" charset="-122"/>
                <a:ea typeface="思源宋体" panose="02020700000000000000" pitchFamily="18" charset="-122"/>
              </a:rPr>
              <a:t>中</a:t>
            </a:r>
            <a:r>
              <a:rPr lang="en-US" altLang="zh-CN" sz="1600" dirty="0" smtClean="0">
                <a:latin typeface="思源宋体" panose="02020700000000000000" pitchFamily="18" charset="-122"/>
                <a:ea typeface="思源宋体" panose="02020700000000000000" pitchFamily="18" charset="-122"/>
              </a:rPr>
              <a:t>Module</a:t>
            </a:r>
            <a:r>
              <a:rPr lang="zh-CN" altLang="en-US" sz="1600" dirty="0" smtClean="0">
                <a:latin typeface="思源宋体" panose="02020700000000000000" pitchFamily="18" charset="-122"/>
                <a:ea typeface="思源宋体" panose="02020700000000000000" pitchFamily="18" charset="-122"/>
              </a:rPr>
              <a:t>维护的</a:t>
            </a:r>
            <a:r>
              <a:rPr lang="en-US" altLang="zh-CN" sz="1600" dirty="0" smtClean="0">
                <a:latin typeface="思源宋体" panose="02020700000000000000" pitchFamily="18" charset="-122"/>
                <a:ea typeface="思源宋体" panose="02020700000000000000" pitchFamily="18" charset="-122"/>
              </a:rPr>
              <a:t>CRITICAL ALARM</a:t>
            </a:r>
            <a:r>
              <a:rPr lang="zh-CN" altLang="en-US" sz="1600" dirty="0" smtClean="0">
                <a:latin typeface="思源宋体" panose="02020700000000000000" pitchFamily="18" charset="-122"/>
                <a:ea typeface="思源宋体" panose="02020700000000000000" pitchFamily="18" charset="-122"/>
              </a:rPr>
              <a:t>机台（</a:t>
            </a:r>
            <a:r>
              <a:rPr lang="zh-CN" altLang="en-US" sz="1600" dirty="0">
                <a:latin typeface="思源宋体" panose="02020700000000000000" pitchFamily="18" charset="-122"/>
                <a:ea typeface="思源宋体" panose="02020700000000000000" pitchFamily="18" charset="-122"/>
              </a:rPr>
              <a:t>非</a:t>
            </a:r>
            <a:r>
              <a:rPr lang="en-US" altLang="zh-CN" sz="1600" dirty="0">
                <a:latin typeface="思源宋体" panose="02020700000000000000" pitchFamily="18" charset="-122"/>
                <a:ea typeface="思源宋体" panose="02020700000000000000" pitchFamily="18" charset="-122"/>
              </a:rPr>
              <a:t>SDT</a:t>
            </a:r>
            <a:r>
              <a:rPr lang="zh-CN" altLang="en-US" sz="1600" dirty="0">
                <a:latin typeface="思源宋体" panose="02020700000000000000" pitchFamily="18" charset="-122"/>
                <a:ea typeface="思源宋体" panose="02020700000000000000" pitchFamily="18" charset="-122"/>
              </a:rPr>
              <a:t>、</a:t>
            </a:r>
            <a:r>
              <a:rPr lang="en-US" altLang="zh-CN" sz="1600" dirty="0">
                <a:latin typeface="思源宋体" panose="02020700000000000000" pitchFamily="18" charset="-122"/>
                <a:ea typeface="思源宋体" panose="02020700000000000000" pitchFamily="18" charset="-122"/>
              </a:rPr>
              <a:t>UDT</a:t>
            </a:r>
            <a:r>
              <a:rPr lang="zh-CN" altLang="en-US" sz="1600" dirty="0">
                <a:latin typeface="思源宋体" panose="02020700000000000000" pitchFamily="18" charset="-122"/>
                <a:ea typeface="思源宋体" panose="02020700000000000000" pitchFamily="18" charset="-122"/>
              </a:rPr>
              <a:t>、</a:t>
            </a:r>
            <a:r>
              <a:rPr lang="en-US" altLang="zh-CN" sz="1600" dirty="0">
                <a:latin typeface="思源宋体" panose="02020700000000000000" pitchFamily="18" charset="-122"/>
                <a:ea typeface="思源宋体" panose="02020700000000000000" pitchFamily="18" charset="-122"/>
              </a:rPr>
              <a:t>NST</a:t>
            </a:r>
            <a:r>
              <a:rPr lang="zh-CN" altLang="en-US" sz="1600" dirty="0">
                <a:latin typeface="思源宋体" panose="02020700000000000000" pitchFamily="18" charset="-122"/>
                <a:ea typeface="思源宋体" panose="02020700000000000000" pitchFamily="18" charset="-122"/>
              </a:rPr>
              <a:t>状态或者</a:t>
            </a:r>
            <a:r>
              <a:rPr lang="en-US" altLang="zh-CN" sz="1600" dirty="0">
                <a:latin typeface="思源宋体" panose="02020700000000000000" pitchFamily="18" charset="-122"/>
                <a:ea typeface="思源宋体" panose="02020700000000000000" pitchFamily="18" charset="-122"/>
              </a:rPr>
              <a:t>color filter</a:t>
            </a:r>
            <a:r>
              <a:rPr lang="zh-CN" altLang="en-US" sz="1600" dirty="0" smtClean="0">
                <a:latin typeface="思源宋体" panose="02020700000000000000" pitchFamily="18" charset="-122"/>
                <a:ea typeface="思源宋体" panose="02020700000000000000" pitchFamily="18" charset="-122"/>
              </a:rPr>
              <a:t>机台）根据机台报警时间降序且距离上一次报警时间大于</a:t>
            </a:r>
            <a:r>
              <a:rPr lang="en-US" altLang="zh-CN" sz="1600" dirty="0" smtClean="0">
                <a:latin typeface="思源宋体" panose="02020700000000000000" pitchFamily="18" charset="-122"/>
                <a:ea typeface="思源宋体" panose="02020700000000000000" pitchFamily="18" charset="-122"/>
              </a:rPr>
              <a:t>60</a:t>
            </a:r>
            <a:r>
              <a:rPr lang="zh-CN" altLang="en-US" sz="1600" dirty="0" smtClean="0">
                <a:latin typeface="思源宋体" panose="02020700000000000000" pitchFamily="18" charset="-122"/>
                <a:ea typeface="思源宋体" panose="02020700000000000000" pitchFamily="18" charset="-122"/>
              </a:rPr>
              <a:t>分钟的机台</a:t>
            </a:r>
            <a:endParaRPr lang="en-US" altLang="zh-CN" sz="1600" dirty="0" smtClean="0">
              <a:latin typeface="思源宋体" panose="02020700000000000000" pitchFamily="18" charset="-122"/>
              <a:ea typeface="思源宋体" panose="02020700000000000000" pitchFamily="18" charset="-122"/>
            </a:endParaRPr>
          </a:p>
          <a:p>
            <a:r>
              <a:rPr lang="en-US" altLang="zh-CN" sz="1600" dirty="0" smtClean="0">
                <a:latin typeface="思源宋体" panose="02020700000000000000" pitchFamily="18" charset="-122"/>
                <a:ea typeface="思源宋体" panose="02020700000000000000" pitchFamily="18" charset="-122"/>
              </a:rPr>
              <a:t>PHOTO</a:t>
            </a:r>
            <a:r>
              <a:rPr lang="zh-CN" altLang="en-US" sz="1600" dirty="0" smtClean="0">
                <a:latin typeface="思源宋体" panose="02020700000000000000" pitchFamily="18" charset="-122"/>
                <a:ea typeface="思源宋体" panose="02020700000000000000" pitchFamily="18" charset="-122"/>
              </a:rPr>
              <a:t>组合机台新增</a:t>
            </a:r>
            <a:r>
              <a:rPr lang="en-US" altLang="zh-CN" sz="1600" dirty="0" smtClean="0">
                <a:latin typeface="思源宋体" panose="02020700000000000000" pitchFamily="18" charset="-122"/>
                <a:ea typeface="思源宋体" panose="02020700000000000000" pitchFamily="18" charset="-122"/>
              </a:rPr>
              <a:t>scanner</a:t>
            </a:r>
            <a:r>
              <a:rPr lang="zh-CN" altLang="en-US" sz="1600" dirty="0" smtClean="0">
                <a:latin typeface="思源宋体" panose="02020700000000000000" pitchFamily="18" charset="-122"/>
                <a:ea typeface="思源宋体" panose="02020700000000000000" pitchFamily="18" charset="-122"/>
              </a:rPr>
              <a:t>和</a:t>
            </a:r>
            <a:r>
              <a:rPr lang="en-US" altLang="zh-CN" sz="1600" dirty="0" smtClean="0">
                <a:latin typeface="思源宋体" panose="02020700000000000000" pitchFamily="18" charset="-122"/>
                <a:ea typeface="思源宋体" panose="02020700000000000000" pitchFamily="18" charset="-122"/>
              </a:rPr>
              <a:t>track</a:t>
            </a:r>
            <a:r>
              <a:rPr lang="zh-CN" altLang="en-US" sz="1600" dirty="0" smtClean="0">
                <a:latin typeface="思源宋体" panose="02020700000000000000" pitchFamily="18" charset="-122"/>
                <a:ea typeface="思源宋体" panose="02020700000000000000" pitchFamily="18" charset="-122"/>
              </a:rPr>
              <a:t>机台报警</a:t>
            </a:r>
            <a:endParaRPr lang="en-US" altLang="zh-CN" sz="1600" dirty="0">
              <a:latin typeface="思源宋体" panose="02020700000000000000" pitchFamily="18" charset="-122"/>
              <a:ea typeface="思源宋体" panose="02020700000000000000" pitchFamily="18" charset="-122"/>
            </a:endParaRPr>
          </a:p>
          <a:p>
            <a:r>
              <a:rPr lang="en-US" altLang="zh-CN" sz="1600" dirty="0">
                <a:latin typeface="思源宋体" panose="02020700000000000000" pitchFamily="18" charset="-122"/>
                <a:ea typeface="思源宋体" panose="02020700000000000000" pitchFamily="18" charset="-122"/>
              </a:rPr>
              <a:t>PVC + PFT →</a:t>
            </a:r>
            <a:r>
              <a:rPr lang="en-US" altLang="zh-CN" sz="1600" dirty="0" smtClean="0">
                <a:latin typeface="思源宋体" panose="02020700000000000000" pitchFamily="18" charset="-122"/>
                <a:ea typeface="思源宋体" panose="02020700000000000000" pitchFamily="18" charset="-122"/>
              </a:rPr>
              <a:t>PKC      PAC </a:t>
            </a:r>
            <a:r>
              <a:rPr lang="en-US" altLang="zh-CN" sz="1600" dirty="0">
                <a:latin typeface="思源宋体" panose="02020700000000000000" pitchFamily="18" charset="-122"/>
                <a:ea typeface="思源宋体" panose="02020700000000000000" pitchFamily="18" charset="-122"/>
              </a:rPr>
              <a:t>+ PDT →</a:t>
            </a:r>
            <a:r>
              <a:rPr lang="en-US" altLang="zh-CN" sz="1600" dirty="0" smtClean="0">
                <a:latin typeface="思源宋体" panose="02020700000000000000" pitchFamily="18" charset="-122"/>
                <a:ea typeface="思源宋体" panose="02020700000000000000" pitchFamily="18" charset="-122"/>
              </a:rPr>
              <a:t>PUC      PLN </a:t>
            </a:r>
            <a:r>
              <a:rPr lang="en-US" altLang="zh-CN" sz="1600" dirty="0">
                <a:latin typeface="思源宋体" panose="02020700000000000000" pitchFamily="18" charset="-122"/>
                <a:ea typeface="思源宋体" panose="02020700000000000000" pitchFamily="18" charset="-122"/>
              </a:rPr>
              <a:t>+ PJT →</a:t>
            </a:r>
            <a:r>
              <a:rPr lang="en-US" altLang="zh-CN" sz="1600" dirty="0" smtClean="0">
                <a:latin typeface="思源宋体" panose="02020700000000000000" pitchFamily="18" charset="-122"/>
                <a:ea typeface="思源宋体" panose="02020700000000000000" pitchFamily="18" charset="-122"/>
              </a:rPr>
              <a:t>PHN       PNN</a:t>
            </a:r>
            <a:r>
              <a:rPr lang="en-US" altLang="zh-CN" sz="1600" dirty="0">
                <a:latin typeface="思源宋体" panose="02020700000000000000" pitchFamily="18" charset="-122"/>
                <a:ea typeface="思源宋体" panose="02020700000000000000" pitchFamily="18" charset="-122"/>
              </a:rPr>
              <a:t>+ POT →PIN</a:t>
            </a:r>
            <a:endParaRPr lang="zh-CN" altLang="en-US" sz="1600" dirty="0" smtClean="0">
              <a:latin typeface="思源宋体" panose="02020700000000000000" pitchFamily="18" charset="-122"/>
              <a:ea typeface="思源宋体" panose="02020700000000000000" pitchFamily="18" charset="-122"/>
            </a:endParaRPr>
          </a:p>
        </p:txBody>
      </p:sp>
      <p:sp>
        <p:nvSpPr>
          <p:cNvPr id="11" name="圆角矩形 10"/>
          <p:cNvSpPr/>
          <p:nvPr/>
        </p:nvSpPr>
        <p:spPr>
          <a:xfrm>
            <a:off x="349133" y="3916293"/>
            <a:ext cx="1543400" cy="325091"/>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n-US" altLang="zh-CN" sz="1400" dirty="0">
                <a:latin typeface="思源黑体" panose="020B0800000000000000" pitchFamily="34" charset="-122"/>
                <a:ea typeface="思源黑体" panose="020B0800000000000000" pitchFamily="34" charset="-122"/>
              </a:rPr>
              <a:t>3</a:t>
            </a:r>
            <a:r>
              <a:rPr lang="zh-CN" altLang="en-US" sz="1400" dirty="0" smtClean="0">
                <a:latin typeface="思源黑体" panose="020B0800000000000000" pitchFamily="34" charset="-122"/>
                <a:ea typeface="思源黑体" panose="020B0800000000000000" pitchFamily="34" charset="-122"/>
              </a:rPr>
              <a:t>、</a:t>
            </a:r>
            <a:r>
              <a:rPr lang="en-US" altLang="zh-CN" sz="1400" dirty="0" err="1" smtClean="0">
                <a:latin typeface="思源黑体" panose="020B0800000000000000" pitchFamily="34" charset="-122"/>
                <a:ea typeface="思源黑体" panose="020B0800000000000000" pitchFamily="34" charset="-122"/>
              </a:rPr>
              <a:t>UrgentLot</a:t>
            </a:r>
            <a:endParaRPr lang="en-US" altLang="zh-CN" sz="1400" dirty="0" smtClean="0">
              <a:latin typeface="思源黑体" panose="020B0800000000000000" pitchFamily="34" charset="-122"/>
              <a:ea typeface="思源黑体" panose="020B0800000000000000" pitchFamily="34" charset="-122"/>
            </a:endParaRPr>
          </a:p>
        </p:txBody>
      </p:sp>
      <p:sp>
        <p:nvSpPr>
          <p:cNvPr id="12" name="文本框 11"/>
          <p:cNvSpPr txBox="1"/>
          <p:nvPr/>
        </p:nvSpPr>
        <p:spPr>
          <a:xfrm>
            <a:off x="263232" y="4391841"/>
            <a:ext cx="11651679" cy="830997"/>
          </a:xfrm>
          <a:prstGeom prst="rect">
            <a:avLst/>
          </a:prstGeom>
          <a:noFill/>
        </p:spPr>
        <p:txBody>
          <a:bodyPr wrap="square" rtlCol="0">
            <a:spAutoFit/>
          </a:bodyPr>
          <a:lstStyle/>
          <a:p>
            <a:r>
              <a:rPr lang="zh-CN" altLang="en-US" sz="1600" dirty="0" smtClean="0">
                <a:latin typeface="思源宋体" panose="02020700000000000000" pitchFamily="18" charset="-122"/>
                <a:ea typeface="思源宋体" panose="02020700000000000000" pitchFamily="18" charset="-122"/>
              </a:rPr>
              <a:t>查询</a:t>
            </a:r>
            <a:r>
              <a:rPr lang="en-US" altLang="zh-CN" sz="1600" dirty="0" smtClean="0">
                <a:latin typeface="思源宋体" panose="02020700000000000000" pitchFamily="18" charset="-122"/>
                <a:ea typeface="思源宋体" panose="02020700000000000000" pitchFamily="18" charset="-122"/>
              </a:rPr>
              <a:t>Location</a:t>
            </a:r>
            <a:r>
              <a:rPr lang="zh-CN" altLang="en-US" sz="1600" dirty="0" smtClean="0">
                <a:latin typeface="思源宋体" panose="02020700000000000000" pitchFamily="18" charset="-122"/>
                <a:ea typeface="思源宋体" panose="02020700000000000000" pitchFamily="18" charset="-122"/>
              </a:rPr>
              <a:t>在</a:t>
            </a:r>
            <a:r>
              <a:rPr lang="en-US" altLang="zh-CN" sz="1600" dirty="0" smtClean="0">
                <a:latin typeface="思源宋体" panose="02020700000000000000" pitchFamily="18" charset="-122"/>
                <a:ea typeface="思源宋体" panose="02020700000000000000" pitchFamily="18" charset="-122"/>
              </a:rPr>
              <a:t>A12</a:t>
            </a:r>
            <a:r>
              <a:rPr lang="zh-CN" altLang="en-US" sz="1600" dirty="0" smtClean="0">
                <a:latin typeface="思源宋体" panose="02020700000000000000" pitchFamily="18" charset="-122"/>
                <a:ea typeface="思源宋体" panose="02020700000000000000" pitchFamily="18" charset="-122"/>
              </a:rPr>
              <a:t>点火</a:t>
            </a:r>
            <a:r>
              <a:rPr lang="en-US" altLang="zh-CN" sz="1600" dirty="0" smtClean="0">
                <a:latin typeface="思源宋体" panose="02020700000000000000" pitchFamily="18" charset="-122"/>
                <a:ea typeface="思源宋体" panose="02020700000000000000" pitchFamily="18" charset="-122"/>
              </a:rPr>
              <a:t>Lot</a:t>
            </a:r>
          </a:p>
          <a:p>
            <a:r>
              <a:rPr lang="en-US" altLang="zh-CN" sz="1600" dirty="0" smtClean="0">
                <a:latin typeface="思源宋体" panose="02020700000000000000" pitchFamily="18" charset="-122"/>
                <a:ea typeface="思源宋体" panose="02020700000000000000" pitchFamily="18" charset="-122"/>
              </a:rPr>
              <a:t>1</a:t>
            </a:r>
            <a:r>
              <a:rPr lang="zh-CN" altLang="en-US" sz="1600" dirty="0" smtClean="0">
                <a:latin typeface="思源宋体" panose="02020700000000000000" pitchFamily="18" charset="-122"/>
                <a:ea typeface="思源宋体" panose="02020700000000000000" pitchFamily="18" charset="-122"/>
              </a:rPr>
              <a:t>、</a:t>
            </a:r>
            <a:r>
              <a:rPr lang="en-US" altLang="zh-CN" sz="1600" dirty="0">
                <a:latin typeface="思源宋体" panose="02020700000000000000" pitchFamily="18" charset="-122"/>
                <a:ea typeface="思源宋体" panose="02020700000000000000" pitchFamily="18" charset="-122"/>
              </a:rPr>
              <a:t>Urgent Lot </a:t>
            </a:r>
            <a:r>
              <a:rPr lang="zh-CN" altLang="en-US" sz="1600" dirty="0">
                <a:latin typeface="思源宋体" panose="02020700000000000000" pitchFamily="18" charset="-122"/>
                <a:ea typeface="思源宋体" panose="02020700000000000000" pitchFamily="18" charset="-122"/>
              </a:rPr>
              <a:t>即将</a:t>
            </a:r>
            <a:r>
              <a:rPr lang="zh-CN" altLang="en-US" sz="1600" dirty="0" smtClean="0">
                <a:latin typeface="思源宋体" panose="02020700000000000000" pitchFamily="18" charset="-122"/>
                <a:ea typeface="思源宋体" panose="02020700000000000000" pitchFamily="18" charset="-122"/>
              </a:rPr>
              <a:t>到站：</a:t>
            </a:r>
            <a:r>
              <a:rPr lang="en-US" altLang="zh-CN" sz="1600" dirty="0">
                <a:latin typeface="思源宋体" panose="02020700000000000000" pitchFamily="18" charset="-122"/>
                <a:ea typeface="思源宋体" panose="02020700000000000000" pitchFamily="18" charset="-122"/>
              </a:rPr>
              <a:t>Golden </a:t>
            </a:r>
            <a:r>
              <a:rPr lang="zh-CN" altLang="en-US" sz="1600" dirty="0">
                <a:latin typeface="思源宋体" panose="02020700000000000000" pitchFamily="18" charset="-122"/>
                <a:ea typeface="思源宋体" panose="02020700000000000000" pitchFamily="18" charset="-122"/>
              </a:rPr>
              <a:t>未来</a:t>
            </a:r>
            <a:r>
              <a:rPr lang="en-US" altLang="zh-CN" sz="1600" dirty="0">
                <a:latin typeface="思源宋体" panose="02020700000000000000" pitchFamily="18" charset="-122"/>
                <a:ea typeface="思源宋体" panose="02020700000000000000" pitchFamily="18" charset="-122"/>
              </a:rPr>
              <a:t>1</a:t>
            </a:r>
            <a:r>
              <a:rPr lang="zh-CN" altLang="en-US" sz="1600" dirty="0">
                <a:latin typeface="思源宋体" panose="02020700000000000000" pitchFamily="18" charset="-122"/>
                <a:ea typeface="思源宋体" panose="02020700000000000000" pitchFamily="18" charset="-122"/>
              </a:rPr>
              <a:t>站 到站预警</a:t>
            </a:r>
            <a:r>
              <a:rPr lang="en-US" altLang="zh-CN" sz="1600" dirty="0">
                <a:latin typeface="思源宋体" panose="02020700000000000000" pitchFamily="18" charset="-122"/>
                <a:ea typeface="思源宋体" panose="02020700000000000000" pitchFamily="18" charset="-122"/>
              </a:rPr>
              <a:t>,</a:t>
            </a:r>
            <a:r>
              <a:rPr lang="zh-CN" altLang="en-US" sz="1600" dirty="0">
                <a:latin typeface="思源宋体" panose="02020700000000000000" pitchFamily="18" charset="-122"/>
                <a:ea typeface="思源宋体" panose="02020700000000000000" pitchFamily="18" charset="-122"/>
              </a:rPr>
              <a:t>其中量测站点无需</a:t>
            </a:r>
            <a:r>
              <a:rPr lang="zh-CN" altLang="en-US" sz="1600" dirty="0" smtClean="0">
                <a:latin typeface="思源宋体" panose="02020700000000000000" pitchFamily="18" charset="-122"/>
                <a:ea typeface="思源宋体" panose="02020700000000000000" pitchFamily="18" charset="-122"/>
              </a:rPr>
              <a:t>预警</a:t>
            </a:r>
            <a:endParaRPr lang="en-US" altLang="zh-CN" sz="1600" dirty="0" smtClean="0">
              <a:latin typeface="思源宋体" panose="02020700000000000000" pitchFamily="18" charset="-122"/>
              <a:ea typeface="思源宋体" panose="02020700000000000000" pitchFamily="18" charset="-122"/>
            </a:endParaRPr>
          </a:p>
          <a:p>
            <a:r>
              <a:rPr lang="en-US" altLang="zh-CN" sz="1600" dirty="0" smtClean="0">
                <a:latin typeface="思源宋体" panose="02020700000000000000" pitchFamily="18" charset="-122"/>
                <a:ea typeface="思源宋体" panose="02020700000000000000" pitchFamily="18" charset="-122"/>
              </a:rPr>
              <a:t>2</a:t>
            </a:r>
            <a:r>
              <a:rPr lang="zh-CN" altLang="en-US" sz="1600" dirty="0" smtClean="0">
                <a:latin typeface="思源宋体" panose="02020700000000000000" pitchFamily="18" charset="-122"/>
                <a:ea typeface="思源宋体" panose="02020700000000000000" pitchFamily="18" charset="-122"/>
              </a:rPr>
              <a:t>、</a:t>
            </a:r>
            <a:r>
              <a:rPr lang="en-US" altLang="zh-CN" sz="1600" dirty="0" smtClean="0">
                <a:latin typeface="思源宋体" panose="02020700000000000000" pitchFamily="18" charset="-122"/>
                <a:ea typeface="思源宋体" panose="02020700000000000000" pitchFamily="18" charset="-122"/>
              </a:rPr>
              <a:t>Urgent Lot </a:t>
            </a:r>
            <a:r>
              <a:rPr lang="zh-CN" altLang="en-US" sz="1600" dirty="0" smtClean="0">
                <a:latin typeface="思源宋体" panose="02020700000000000000" pitchFamily="18" charset="-122"/>
                <a:ea typeface="思源宋体" panose="02020700000000000000" pitchFamily="18" charset="-122"/>
              </a:rPr>
              <a:t>当站超时：</a:t>
            </a:r>
            <a:r>
              <a:rPr lang="en-US" altLang="zh-CN" sz="1600" dirty="0">
                <a:latin typeface="思源宋体" panose="02020700000000000000" pitchFamily="18" charset="-122"/>
                <a:ea typeface="思源宋体" panose="02020700000000000000" pitchFamily="18" charset="-122"/>
              </a:rPr>
              <a:t>Golden &gt;0.5H</a:t>
            </a:r>
            <a:r>
              <a:rPr lang="zh-CN" altLang="en-US" sz="1600" dirty="0">
                <a:latin typeface="思源宋体" panose="02020700000000000000" pitchFamily="18" charset="-122"/>
                <a:ea typeface="思源宋体" panose="02020700000000000000" pitchFamily="18" charset="-122"/>
              </a:rPr>
              <a:t>（量测站</a:t>
            </a:r>
            <a:r>
              <a:rPr lang="zh-CN" altLang="en-US" sz="1600" dirty="0" smtClean="0">
                <a:latin typeface="思源宋体" panose="02020700000000000000" pitchFamily="18" charset="-122"/>
                <a:ea typeface="思源宋体" panose="02020700000000000000" pitchFamily="18" charset="-122"/>
              </a:rPr>
              <a:t>点</a:t>
            </a:r>
            <a:r>
              <a:rPr lang="en-US" altLang="zh-CN" sz="1600" dirty="0" smtClean="0">
                <a:latin typeface="思源宋体" panose="02020700000000000000" pitchFamily="18" charset="-122"/>
                <a:ea typeface="思源宋体" panose="02020700000000000000" pitchFamily="18" charset="-122"/>
              </a:rPr>
              <a:t>&gt;0.3H</a:t>
            </a:r>
            <a:r>
              <a:rPr lang="zh-CN" altLang="en-US" sz="1600" dirty="0" smtClean="0">
                <a:latin typeface="思源宋体" panose="02020700000000000000" pitchFamily="18" charset="-122"/>
                <a:ea typeface="思源宋体" panose="02020700000000000000" pitchFamily="18" charset="-122"/>
              </a:rPr>
              <a:t>）、</a:t>
            </a:r>
            <a:r>
              <a:rPr lang="en-US" altLang="zh-CN" sz="1600" dirty="0" smtClean="0">
                <a:latin typeface="思源宋体" panose="02020700000000000000" pitchFamily="18" charset="-122"/>
                <a:ea typeface="思源宋体" panose="02020700000000000000" pitchFamily="18" charset="-122"/>
              </a:rPr>
              <a:t>SHL&gt;1H</a:t>
            </a:r>
            <a:r>
              <a:rPr lang="zh-CN" altLang="en-US" sz="1600" dirty="0" smtClean="0">
                <a:latin typeface="思源宋体" panose="02020700000000000000" pitchFamily="18" charset="-122"/>
                <a:ea typeface="思源宋体" panose="02020700000000000000" pitchFamily="18" charset="-122"/>
              </a:rPr>
              <a:t>、</a:t>
            </a:r>
            <a:r>
              <a:rPr lang="en-US" altLang="zh-CN" sz="1600" dirty="0" smtClean="0">
                <a:latin typeface="思源宋体" panose="02020700000000000000" pitchFamily="18" charset="-122"/>
                <a:ea typeface="思源宋体" panose="02020700000000000000" pitchFamily="18" charset="-122"/>
              </a:rPr>
              <a:t>HL </a:t>
            </a:r>
            <a:r>
              <a:rPr lang="en-US" altLang="zh-CN" sz="1600" dirty="0">
                <a:latin typeface="思源宋体" panose="02020700000000000000" pitchFamily="18" charset="-122"/>
                <a:ea typeface="思源宋体" panose="02020700000000000000" pitchFamily="18" charset="-122"/>
              </a:rPr>
              <a:t>&gt;2H ;</a:t>
            </a:r>
            <a:endParaRPr lang="zh-CN" altLang="en-US" sz="1600" dirty="0" smtClean="0">
              <a:latin typeface="思源宋体" panose="02020700000000000000" pitchFamily="18" charset="-122"/>
              <a:ea typeface="思源宋体" panose="02020700000000000000" pitchFamily="18" charset="-122"/>
            </a:endParaRPr>
          </a:p>
        </p:txBody>
      </p:sp>
      <p:sp>
        <p:nvSpPr>
          <p:cNvPr id="13" name="文本框 20">
            <a:extLst>
              <a:ext uri="{FF2B5EF4-FFF2-40B4-BE49-F238E27FC236}">
                <a16:creationId xmlns:a16="http://schemas.microsoft.com/office/drawing/2014/main" id="{94782366-33E8-F14D-3C1E-BD4F2695AEE5}"/>
              </a:ext>
            </a:extLst>
          </p:cNvPr>
          <p:cNvSpPr txBox="1">
            <a:spLocks noChangeArrowheads="1"/>
          </p:cNvSpPr>
          <p:nvPr/>
        </p:nvSpPr>
        <p:spPr bwMode="auto">
          <a:xfrm>
            <a:off x="1657421" y="323816"/>
            <a:ext cx="521720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R="0" lvl="0" indent="0" defTabSz="1219200" fontAlgn="auto">
              <a:lnSpc>
                <a:spcPct val="100000"/>
              </a:lnSpc>
              <a:spcBef>
                <a:spcPct val="0"/>
              </a:spcBef>
              <a:spcAft>
                <a:spcPts val="0"/>
              </a:spcAft>
              <a:buClrTx/>
              <a:buSzTx/>
              <a:buFont typeface="思源宋体 CN Heavy" panose="02020900000000000000" pitchFamily="18" charset="-122"/>
              <a:buNone/>
              <a:tabLst/>
              <a:defRPr kumimoji="0" sz="2800" b="1" i="0" u="none" strike="noStrike" kern="0" cap="none" spc="0" normalizeH="0" baseline="0">
                <a:ln>
                  <a:noFill/>
                </a:ln>
                <a:solidFill>
                  <a:prstClr val="black">
                    <a:lumMod val="75000"/>
                    <a:lumOff val="25000"/>
                  </a:prstClr>
                </a:solidFill>
                <a:effectLst/>
                <a:uLnTx/>
                <a:uFillTx/>
                <a:latin typeface="Arial"/>
                <a:ea typeface="微软雅黑"/>
                <a:cs typeface="思源宋体 CN Heavy" panose="02020900000000000000" pitchFamily="18" charset="-122"/>
              </a:defRPr>
            </a:lvl1pPr>
            <a:lvl2pPr marL="742950" indent="-285750">
              <a:lnSpc>
                <a:spcPct val="90000"/>
              </a:lnSpc>
              <a:spcBef>
                <a:spcPts val="500"/>
              </a:spcBef>
              <a:buFont typeface="Arial" panose="020B0604020202020204" pitchFamily="34" charset="0"/>
              <a:buChar char="•"/>
              <a:defRPr sz="2400">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r>
              <a:rPr lang="en-US" altLang="zh-CN" sz="2400" dirty="0">
                <a:solidFill>
                  <a:schemeClr val="tx1"/>
                </a:solidFill>
                <a:latin typeface="思源黑体" panose="020B0800000000000000" pitchFamily="34" charset="-122"/>
                <a:ea typeface="思源黑体" panose="020B0800000000000000" pitchFamily="34" charset="-122"/>
                <a:sym typeface="Arial"/>
              </a:rPr>
              <a:t>Alarm</a:t>
            </a:r>
            <a:r>
              <a:rPr lang="zh-CN" altLang="en-US" sz="2400" dirty="0">
                <a:solidFill>
                  <a:schemeClr val="tx1"/>
                </a:solidFill>
                <a:latin typeface="思源黑体" panose="020B0800000000000000" pitchFamily="34" charset="-122"/>
                <a:ea typeface="思源黑体" panose="020B0800000000000000" pitchFamily="34" charset="-122"/>
                <a:sym typeface="Arial"/>
              </a:rPr>
              <a:t>种类和监控</a:t>
            </a:r>
            <a:r>
              <a:rPr lang="zh-CN" altLang="en-US" sz="2400" dirty="0" smtClean="0">
                <a:solidFill>
                  <a:schemeClr val="tx1"/>
                </a:solidFill>
                <a:latin typeface="思源黑体" panose="020B0800000000000000" pitchFamily="34" charset="-122"/>
                <a:ea typeface="思源黑体" panose="020B0800000000000000" pitchFamily="34" charset="-122"/>
                <a:sym typeface="Arial"/>
              </a:rPr>
              <a:t>逻辑</a:t>
            </a:r>
            <a:endParaRPr lang="zh-CN" altLang="en-US" sz="2400" dirty="0">
              <a:solidFill>
                <a:schemeClr val="tx1"/>
              </a:solidFill>
              <a:latin typeface="思源黑体" panose="020B0800000000000000" pitchFamily="34" charset="-122"/>
              <a:ea typeface="思源黑体" panose="020B0800000000000000" pitchFamily="34" charset="-122"/>
              <a:sym typeface="Arial"/>
            </a:endParaRPr>
          </a:p>
        </p:txBody>
      </p:sp>
    </p:spTree>
    <p:extLst>
      <p:ext uri="{BB962C8B-B14F-4D97-AF65-F5344CB8AC3E}">
        <p14:creationId xmlns:p14="http://schemas.microsoft.com/office/powerpoint/2010/main" val="39363589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文本框 20">
            <a:extLst>
              <a:ext uri="{FF2B5EF4-FFF2-40B4-BE49-F238E27FC236}">
                <a16:creationId xmlns:a16="http://schemas.microsoft.com/office/drawing/2014/main" id="{94782366-33E8-F14D-3C1E-BD4F2695AEE5}"/>
              </a:ext>
            </a:extLst>
          </p:cNvPr>
          <p:cNvSpPr txBox="1">
            <a:spLocks noChangeArrowheads="1"/>
          </p:cNvSpPr>
          <p:nvPr/>
        </p:nvSpPr>
        <p:spPr bwMode="auto">
          <a:xfrm>
            <a:off x="622352" y="329938"/>
            <a:ext cx="67443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R="0" lvl="0" indent="0" defTabSz="1219200" fontAlgn="auto">
              <a:lnSpc>
                <a:spcPct val="100000"/>
              </a:lnSpc>
              <a:spcBef>
                <a:spcPct val="0"/>
              </a:spcBef>
              <a:spcAft>
                <a:spcPts val="0"/>
              </a:spcAft>
              <a:buClrTx/>
              <a:buSzTx/>
              <a:buFont typeface="思源宋体 CN Heavy" panose="02020900000000000000" pitchFamily="18" charset="-122"/>
              <a:buNone/>
              <a:tabLst/>
              <a:defRPr kumimoji="0" sz="2800" b="1" i="0" u="none" strike="noStrike" kern="0" cap="none" spc="0" normalizeH="0" baseline="0">
                <a:ln>
                  <a:noFill/>
                </a:ln>
                <a:solidFill>
                  <a:prstClr val="black">
                    <a:lumMod val="75000"/>
                    <a:lumOff val="25000"/>
                  </a:prstClr>
                </a:solidFill>
                <a:effectLst/>
                <a:uLnTx/>
                <a:uFillTx/>
                <a:latin typeface="Arial"/>
                <a:ea typeface="微软雅黑"/>
                <a:cs typeface="思源宋体 CN Heavy" panose="02020900000000000000" pitchFamily="18" charset="-122"/>
              </a:defRPr>
            </a:lvl1pPr>
            <a:lvl2pPr marL="742950" indent="-285750">
              <a:lnSpc>
                <a:spcPct val="90000"/>
              </a:lnSpc>
              <a:spcBef>
                <a:spcPts val="500"/>
              </a:spcBef>
              <a:buFont typeface="Arial" panose="020B0604020202020204" pitchFamily="34" charset="0"/>
              <a:buChar char="•"/>
              <a:defRPr sz="2400">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pPr algn="ctr"/>
            <a:r>
              <a:rPr lang="en-US" altLang="zh-CN" sz="2400" dirty="0" smtClean="0">
                <a:solidFill>
                  <a:schemeClr val="bg1"/>
                </a:solidFill>
                <a:latin typeface="思源黑体" panose="020B0800000000000000" pitchFamily="34" charset="-122"/>
                <a:ea typeface="思源黑体" panose="020B0800000000000000" pitchFamily="34" charset="-122"/>
                <a:sym typeface="Arial"/>
              </a:rPr>
              <a:t>18</a:t>
            </a:r>
            <a:endParaRPr lang="zh-CN" altLang="en-US" sz="2400" dirty="0">
              <a:solidFill>
                <a:schemeClr val="bg1"/>
              </a:solidFill>
              <a:latin typeface="思源黑体" panose="020B0800000000000000" pitchFamily="34" charset="-122"/>
              <a:ea typeface="思源黑体" panose="020B0800000000000000" pitchFamily="34" charset="-122"/>
              <a:sym typeface="Arial"/>
            </a:endParaRPr>
          </a:p>
        </p:txBody>
      </p:sp>
      <p:sp>
        <p:nvSpPr>
          <p:cNvPr id="8" name="圆角矩形 7"/>
          <p:cNvSpPr/>
          <p:nvPr/>
        </p:nvSpPr>
        <p:spPr>
          <a:xfrm>
            <a:off x="368527" y="899020"/>
            <a:ext cx="1704110" cy="325091"/>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n-US" altLang="zh-CN" sz="1400" dirty="0" smtClean="0">
                <a:latin typeface="思源黑体" panose="020B0800000000000000" pitchFamily="34" charset="-122"/>
                <a:ea typeface="思源黑体" panose="020B0800000000000000" pitchFamily="34" charset="-122"/>
              </a:rPr>
              <a:t>4</a:t>
            </a:r>
            <a:r>
              <a:rPr lang="zh-CN" altLang="en-US" sz="1400" dirty="0" smtClean="0">
                <a:latin typeface="思源黑体" panose="020B0800000000000000" pitchFamily="34" charset="-122"/>
                <a:ea typeface="思源黑体" panose="020B0800000000000000" pitchFamily="34" charset="-122"/>
              </a:rPr>
              <a:t>、</a:t>
            </a:r>
            <a:r>
              <a:rPr lang="en-US" altLang="zh-CN" sz="1400" dirty="0" err="1">
                <a:latin typeface="思源黑体" panose="020B0800000000000000" pitchFamily="34" charset="-122"/>
                <a:ea typeface="思源黑体" panose="020B0800000000000000" pitchFamily="34" charset="-122"/>
              </a:rPr>
              <a:t>QTimeUrgent</a:t>
            </a:r>
            <a:endParaRPr lang="en-US" altLang="zh-CN" sz="1400" dirty="0" smtClean="0">
              <a:latin typeface="思源黑体" panose="020B0800000000000000" pitchFamily="34" charset="-122"/>
              <a:ea typeface="思源黑体" panose="020B0800000000000000" pitchFamily="34" charset="-122"/>
            </a:endParaRPr>
          </a:p>
        </p:txBody>
      </p:sp>
      <p:sp>
        <p:nvSpPr>
          <p:cNvPr id="2" name="文本框 1"/>
          <p:cNvSpPr txBox="1"/>
          <p:nvPr/>
        </p:nvSpPr>
        <p:spPr>
          <a:xfrm>
            <a:off x="2441166" y="863609"/>
            <a:ext cx="6519953" cy="1815882"/>
          </a:xfrm>
          <a:prstGeom prst="rect">
            <a:avLst/>
          </a:prstGeom>
          <a:noFill/>
        </p:spPr>
        <p:txBody>
          <a:bodyPr wrap="square" rtlCol="0">
            <a:spAutoFit/>
          </a:bodyPr>
          <a:lstStyle/>
          <a:p>
            <a:r>
              <a:rPr lang="en-US" altLang="zh-CN" sz="1400" dirty="0">
                <a:latin typeface="思源宋体" panose="02020700000000000000" pitchFamily="18" charset="-122"/>
                <a:ea typeface="思源宋体" panose="02020700000000000000" pitchFamily="18" charset="-122"/>
              </a:rPr>
              <a:t>1</a:t>
            </a:r>
            <a:r>
              <a:rPr lang="zh-CN" altLang="zh-CN" sz="1400">
                <a:latin typeface="思源宋体" panose="02020700000000000000" pitchFamily="18" charset="-122"/>
                <a:ea typeface="思源宋体" panose="02020700000000000000" pitchFamily="18" charset="-122"/>
              </a:rPr>
              <a:t>、</a:t>
            </a:r>
            <a:r>
              <a:rPr lang="zh-CN" altLang="zh-CN" sz="1400" smtClean="0">
                <a:latin typeface="思源宋体" panose="02020700000000000000" pitchFamily="18" charset="-122"/>
                <a:ea typeface="思源宋体" panose="02020700000000000000" pitchFamily="18" charset="-122"/>
              </a:rPr>
              <a:t>以下</a:t>
            </a:r>
            <a:r>
              <a:rPr lang="zh-CN" altLang="en-US" sz="1400" smtClean="0">
                <a:latin typeface="思源宋体" panose="02020700000000000000" pitchFamily="18" charset="-122"/>
                <a:ea typeface="思源宋体" panose="02020700000000000000" pitchFamily="18" charset="-122"/>
              </a:rPr>
              <a:t>四</a:t>
            </a:r>
            <a:r>
              <a:rPr lang="zh-CN" altLang="zh-CN" sz="1400" smtClean="0">
                <a:latin typeface="思源宋体" panose="02020700000000000000" pitchFamily="18" charset="-122"/>
                <a:ea typeface="思源宋体" panose="02020700000000000000" pitchFamily="18" charset="-122"/>
              </a:rPr>
              <a:t>种</a:t>
            </a:r>
            <a:r>
              <a:rPr lang="zh-CN" altLang="zh-CN" sz="1400" dirty="0">
                <a:latin typeface="思源宋体" panose="02020700000000000000" pitchFamily="18" charset="-122"/>
                <a:ea typeface="思源宋体" panose="02020700000000000000" pitchFamily="18" charset="-122"/>
              </a:rPr>
              <a:t>情况都会</a:t>
            </a:r>
            <a:r>
              <a:rPr lang="en-US" altLang="zh-CN" sz="1400" dirty="0">
                <a:latin typeface="思源宋体" panose="02020700000000000000" pitchFamily="18" charset="-122"/>
                <a:ea typeface="思源宋体" panose="02020700000000000000" pitchFamily="18" charset="-122"/>
              </a:rPr>
              <a:t>Alarm</a:t>
            </a:r>
            <a:endParaRPr lang="zh-CN" altLang="zh-CN" sz="1400" dirty="0">
              <a:latin typeface="思源宋体" panose="02020700000000000000" pitchFamily="18" charset="-122"/>
              <a:ea typeface="思源宋体" panose="02020700000000000000" pitchFamily="18" charset="-122"/>
            </a:endParaRPr>
          </a:p>
          <a:p>
            <a:r>
              <a:rPr lang="en-US" altLang="zh-CN" sz="1400" dirty="0">
                <a:latin typeface="思源宋体" panose="02020700000000000000" pitchFamily="18" charset="-122"/>
                <a:ea typeface="思源宋体" panose="02020700000000000000" pitchFamily="18" charset="-122"/>
              </a:rPr>
              <a:t>1.1</a:t>
            </a:r>
            <a:r>
              <a:rPr lang="zh-CN" altLang="zh-CN" sz="1400" dirty="0">
                <a:latin typeface="思源宋体" panose="02020700000000000000" pitchFamily="18" charset="-122"/>
                <a:ea typeface="思源宋体" panose="02020700000000000000" pitchFamily="18" charset="-122"/>
              </a:rPr>
              <a:t>、</a:t>
            </a:r>
            <a:r>
              <a:rPr lang="en-US" altLang="zh-CN" sz="1400" dirty="0">
                <a:latin typeface="思源宋体" panose="02020700000000000000" pitchFamily="18" charset="-122"/>
                <a:ea typeface="思源宋体" panose="02020700000000000000" pitchFamily="18" charset="-122"/>
              </a:rPr>
              <a:t>REMAIN_QTIME &lt; 0.3h</a:t>
            </a:r>
            <a:endParaRPr lang="zh-CN" altLang="zh-CN" sz="1400" dirty="0">
              <a:latin typeface="思源宋体" panose="02020700000000000000" pitchFamily="18" charset="-122"/>
              <a:ea typeface="思源宋体" panose="02020700000000000000" pitchFamily="18" charset="-122"/>
            </a:endParaRPr>
          </a:p>
          <a:p>
            <a:r>
              <a:rPr lang="en-US" altLang="zh-CN" sz="1400" dirty="0">
                <a:latin typeface="思源宋体" panose="02020700000000000000" pitchFamily="18" charset="-122"/>
                <a:ea typeface="思源宋体" panose="02020700000000000000" pitchFamily="18" charset="-122"/>
              </a:rPr>
              <a:t>1.2</a:t>
            </a:r>
            <a:r>
              <a:rPr lang="zh-CN" altLang="zh-CN" sz="1400" dirty="0">
                <a:latin typeface="思源宋体" panose="02020700000000000000" pitchFamily="18" charset="-122"/>
                <a:ea typeface="思源宋体" panose="02020700000000000000" pitchFamily="18" charset="-122"/>
              </a:rPr>
              <a:t>、</a:t>
            </a:r>
            <a:r>
              <a:rPr lang="en-US" altLang="zh-CN" sz="1400" dirty="0">
                <a:latin typeface="思源宋体" panose="02020700000000000000" pitchFamily="18" charset="-122"/>
                <a:ea typeface="思源宋体" panose="02020700000000000000" pitchFamily="18" charset="-122"/>
              </a:rPr>
              <a:t>REMAIN_QTIME</a:t>
            </a:r>
            <a:r>
              <a:rPr lang="zh-CN" altLang="zh-CN" sz="1400" dirty="0">
                <a:latin typeface="思源宋体" panose="02020700000000000000" pitchFamily="18" charset="-122"/>
                <a:ea typeface="思源宋体" panose="02020700000000000000" pitchFamily="18" charset="-122"/>
              </a:rPr>
              <a:t>小于</a:t>
            </a:r>
            <a:r>
              <a:rPr lang="en-US" altLang="zh-CN" sz="1400" dirty="0">
                <a:latin typeface="思源宋体" panose="02020700000000000000" pitchFamily="18" charset="-122"/>
                <a:ea typeface="思源宋体" panose="02020700000000000000" pitchFamily="18" charset="-122"/>
              </a:rPr>
              <a:t>1.2 * Remain TM + Remain TP+2h(</a:t>
            </a:r>
            <a:r>
              <a:rPr lang="zh-CN" altLang="zh-CN" sz="1400" dirty="0">
                <a:latin typeface="思源宋体" panose="02020700000000000000" pitchFamily="18" charset="-122"/>
                <a:ea typeface="思源宋体" panose="02020700000000000000" pitchFamily="18" charset="-122"/>
              </a:rPr>
              <a:t>仅</a:t>
            </a:r>
            <a:r>
              <a:rPr lang="en-US" altLang="zh-CN" sz="1400" dirty="0">
                <a:latin typeface="思源宋体" panose="02020700000000000000" pitchFamily="18" charset="-122"/>
                <a:ea typeface="思源宋体" panose="02020700000000000000" pitchFamily="18" charset="-122"/>
              </a:rPr>
              <a:t>A3</a:t>
            </a:r>
            <a:r>
              <a:rPr lang="zh-CN" altLang="zh-CN" sz="1400" dirty="0">
                <a:latin typeface="思源宋体" panose="02020700000000000000" pitchFamily="18" charset="-122"/>
                <a:ea typeface="思源宋体" panose="02020700000000000000" pitchFamily="18" charset="-122"/>
              </a:rPr>
              <a:t>待跨厂到</a:t>
            </a:r>
            <a:r>
              <a:rPr lang="en-US" altLang="zh-CN" sz="1400" dirty="0">
                <a:latin typeface="思源宋体" panose="02020700000000000000" pitchFamily="18" charset="-122"/>
                <a:ea typeface="思源宋体" panose="02020700000000000000" pitchFamily="18" charset="-122"/>
              </a:rPr>
              <a:t>A12Lot</a:t>
            </a:r>
            <a:r>
              <a:rPr lang="zh-CN" altLang="zh-CN" sz="1400" dirty="0" smtClean="0">
                <a:latin typeface="思源宋体" panose="02020700000000000000" pitchFamily="18" charset="-122"/>
                <a:ea typeface="思源宋体" panose="02020700000000000000" pitchFamily="18" charset="-122"/>
              </a:rPr>
              <a:t>加</a:t>
            </a:r>
            <a:r>
              <a:rPr lang="en-US" altLang="zh-CN" sz="1400" dirty="0" smtClean="0">
                <a:latin typeface="思源宋体" panose="02020700000000000000" pitchFamily="18" charset="-122"/>
                <a:ea typeface="思源宋体" panose="02020700000000000000" pitchFamily="18" charset="-122"/>
              </a:rPr>
              <a:t>2h)</a:t>
            </a:r>
            <a:endParaRPr lang="zh-CN" altLang="zh-CN" sz="1400" dirty="0">
              <a:latin typeface="思源宋体" panose="02020700000000000000" pitchFamily="18" charset="-122"/>
              <a:ea typeface="思源宋体" panose="02020700000000000000" pitchFamily="18" charset="-122"/>
            </a:endParaRPr>
          </a:p>
          <a:p>
            <a:r>
              <a:rPr lang="en-US" altLang="zh-CN" sz="1400" dirty="0">
                <a:latin typeface="思源宋体" panose="02020700000000000000" pitchFamily="18" charset="-122"/>
                <a:ea typeface="思源宋体" panose="02020700000000000000" pitchFamily="18" charset="-122"/>
              </a:rPr>
              <a:t>1.3</a:t>
            </a:r>
            <a:r>
              <a:rPr lang="zh-CN" altLang="zh-CN" sz="1400" dirty="0">
                <a:latin typeface="思源宋体" panose="02020700000000000000" pitchFamily="18" charset="-122"/>
                <a:ea typeface="思源宋体" panose="02020700000000000000" pitchFamily="18" charset="-122"/>
              </a:rPr>
              <a:t>、</a:t>
            </a:r>
            <a:r>
              <a:rPr lang="en-US" altLang="zh-CN" sz="1400" dirty="0" err="1">
                <a:latin typeface="思源宋体" panose="02020700000000000000" pitchFamily="18" charset="-122"/>
                <a:ea typeface="思源宋体" panose="02020700000000000000" pitchFamily="18" charset="-122"/>
              </a:rPr>
              <a:t>Nopath</a:t>
            </a:r>
            <a:r>
              <a:rPr lang="zh-CN" altLang="zh-CN" sz="1400" dirty="0">
                <a:latin typeface="思源宋体" panose="02020700000000000000" pitchFamily="18" charset="-122"/>
                <a:ea typeface="思源宋体" panose="02020700000000000000" pitchFamily="18" charset="-122"/>
              </a:rPr>
              <a:t>并且</a:t>
            </a:r>
            <a:r>
              <a:rPr lang="en-US" altLang="zh-CN" sz="1400" dirty="0">
                <a:latin typeface="思源宋体" panose="02020700000000000000" pitchFamily="18" charset="-122"/>
                <a:ea typeface="思源宋体" panose="02020700000000000000" pitchFamily="18" charset="-122"/>
              </a:rPr>
              <a:t>REMAIN_QTIME</a:t>
            </a:r>
            <a:r>
              <a:rPr lang="zh-CN" altLang="zh-CN" sz="1400" dirty="0">
                <a:latin typeface="思源宋体" panose="02020700000000000000" pitchFamily="18" charset="-122"/>
                <a:ea typeface="思源宋体" panose="02020700000000000000" pitchFamily="18" charset="-122"/>
              </a:rPr>
              <a:t>小于</a:t>
            </a:r>
            <a:r>
              <a:rPr lang="en-US" altLang="zh-CN" sz="1400" dirty="0">
                <a:latin typeface="思源宋体" panose="02020700000000000000" pitchFamily="18" charset="-122"/>
                <a:ea typeface="思源宋体" panose="02020700000000000000" pitchFamily="18" charset="-122"/>
              </a:rPr>
              <a:t>2*RemainTM+RemainTP+10h</a:t>
            </a:r>
            <a:endParaRPr lang="zh-CN" altLang="zh-CN" sz="1400" dirty="0">
              <a:latin typeface="思源宋体" panose="02020700000000000000" pitchFamily="18" charset="-122"/>
              <a:ea typeface="思源宋体" panose="02020700000000000000" pitchFamily="18" charset="-122"/>
            </a:endParaRPr>
          </a:p>
          <a:p>
            <a:r>
              <a:rPr lang="en-US" altLang="zh-CN" sz="1400" dirty="0">
                <a:latin typeface="思源宋体" panose="02020700000000000000" pitchFamily="18" charset="-122"/>
                <a:ea typeface="思源宋体" panose="02020700000000000000" pitchFamily="18" charset="-122"/>
              </a:rPr>
              <a:t>1.4</a:t>
            </a:r>
            <a:r>
              <a:rPr lang="zh-CN" altLang="zh-CN" sz="1400" dirty="0">
                <a:latin typeface="思源宋体" panose="02020700000000000000" pitchFamily="18" charset="-122"/>
                <a:ea typeface="思源宋体" panose="02020700000000000000" pitchFamily="18" charset="-122"/>
              </a:rPr>
              <a:t>、</a:t>
            </a:r>
            <a:r>
              <a:rPr lang="en-US" altLang="zh-CN" sz="1400" dirty="0" err="1">
                <a:latin typeface="思源宋体" panose="02020700000000000000" pitchFamily="18" charset="-122"/>
                <a:ea typeface="思源宋体" panose="02020700000000000000" pitchFamily="18" charset="-122"/>
              </a:rPr>
              <a:t>Qtime</a:t>
            </a:r>
            <a:r>
              <a:rPr lang="en-US" altLang="zh-CN" sz="1400" dirty="0">
                <a:latin typeface="思源宋体" panose="02020700000000000000" pitchFamily="18" charset="-122"/>
                <a:ea typeface="思源宋体" panose="02020700000000000000" pitchFamily="18" charset="-122"/>
              </a:rPr>
              <a:t> Lot</a:t>
            </a:r>
            <a:r>
              <a:rPr lang="zh-CN" altLang="zh-CN" sz="1400" dirty="0">
                <a:latin typeface="思源宋体" panose="02020700000000000000" pitchFamily="18" charset="-122"/>
                <a:ea typeface="思源宋体" panose="02020700000000000000" pitchFamily="18" charset="-122"/>
              </a:rPr>
              <a:t>到达</a:t>
            </a:r>
            <a:r>
              <a:rPr lang="en-US" altLang="zh-CN" sz="1400" dirty="0">
                <a:latin typeface="思源宋体" panose="02020700000000000000" pitchFamily="18" charset="-122"/>
                <a:ea typeface="思源宋体" panose="02020700000000000000" pitchFamily="18" charset="-122"/>
              </a:rPr>
              <a:t>SXW</a:t>
            </a:r>
            <a:r>
              <a:rPr lang="zh-CN" altLang="zh-CN" sz="1400" dirty="0">
                <a:latin typeface="思源宋体" panose="02020700000000000000" pitchFamily="18" charset="-122"/>
                <a:ea typeface="思源宋体" panose="02020700000000000000" pitchFamily="18" charset="-122"/>
              </a:rPr>
              <a:t>站点</a:t>
            </a:r>
            <a:r>
              <a:rPr lang="en-US" altLang="zh-CN" sz="1400" dirty="0">
                <a:latin typeface="思源宋体" panose="02020700000000000000" pitchFamily="18" charset="-122"/>
                <a:ea typeface="思源宋体" panose="02020700000000000000" pitchFamily="18" charset="-122"/>
              </a:rPr>
              <a:t>&gt;1H</a:t>
            </a:r>
            <a:endParaRPr lang="zh-CN" altLang="zh-CN" sz="1400" dirty="0">
              <a:latin typeface="思源宋体" panose="02020700000000000000" pitchFamily="18" charset="-122"/>
              <a:ea typeface="思源宋体" panose="02020700000000000000" pitchFamily="18" charset="-122"/>
            </a:endParaRPr>
          </a:p>
          <a:p>
            <a:r>
              <a:rPr lang="en-US" altLang="zh-CN" sz="1400" dirty="0">
                <a:latin typeface="思源宋体" panose="02020700000000000000" pitchFamily="18" charset="-122"/>
                <a:ea typeface="思源宋体" panose="02020700000000000000" pitchFamily="18" charset="-122"/>
              </a:rPr>
              <a:t>2</a:t>
            </a:r>
            <a:r>
              <a:rPr lang="zh-CN" altLang="zh-CN" sz="1400" dirty="0">
                <a:latin typeface="思源宋体" panose="02020700000000000000" pitchFamily="18" charset="-122"/>
                <a:ea typeface="思源宋体" panose="02020700000000000000" pitchFamily="18" charset="-122"/>
              </a:rPr>
              <a:t>、升级机制</a:t>
            </a:r>
          </a:p>
          <a:p>
            <a:r>
              <a:rPr lang="zh-CN" altLang="zh-CN" sz="1400" dirty="0">
                <a:latin typeface="思源宋体" panose="02020700000000000000" pitchFamily="18" charset="-122"/>
                <a:ea typeface="思源宋体" panose="02020700000000000000" pitchFamily="18" charset="-122"/>
              </a:rPr>
              <a:t>超过一小时未处理发给管理员</a:t>
            </a:r>
          </a:p>
        </p:txBody>
      </p:sp>
      <p:sp>
        <p:nvSpPr>
          <p:cNvPr id="9" name="圆角矩形 8"/>
          <p:cNvSpPr/>
          <p:nvPr/>
        </p:nvSpPr>
        <p:spPr>
          <a:xfrm>
            <a:off x="360214" y="2332447"/>
            <a:ext cx="1992287" cy="325091"/>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n-US" altLang="zh-CN" sz="1400" dirty="0">
                <a:latin typeface="思源黑体" panose="020B0800000000000000" pitchFamily="34" charset="-122"/>
                <a:ea typeface="思源黑体" panose="020B0800000000000000" pitchFamily="34" charset="-122"/>
              </a:rPr>
              <a:t>5</a:t>
            </a:r>
            <a:r>
              <a:rPr lang="zh-CN" altLang="en-US" sz="1400" dirty="0" smtClean="0">
                <a:latin typeface="思源黑体" panose="020B0800000000000000" pitchFamily="34" charset="-122"/>
                <a:ea typeface="思源黑体" panose="020B0800000000000000" pitchFamily="34" charset="-122"/>
              </a:rPr>
              <a:t>、</a:t>
            </a:r>
            <a:r>
              <a:rPr lang="en-US" altLang="zh-CN" sz="1400" dirty="0" err="1">
                <a:latin typeface="思源黑体" panose="020B0800000000000000" pitchFamily="34" charset="-122"/>
                <a:ea typeface="思源黑体" panose="020B0800000000000000" pitchFamily="34" charset="-122"/>
              </a:rPr>
              <a:t>SRSkipAbnormal</a:t>
            </a:r>
            <a:endParaRPr lang="en-US" altLang="zh-CN" sz="1400" dirty="0" smtClean="0">
              <a:latin typeface="思源黑体" panose="020B0800000000000000" pitchFamily="34" charset="-122"/>
              <a:ea typeface="思源黑体" panose="020B0800000000000000" pitchFamily="34" charset="-122"/>
            </a:endParaRPr>
          </a:p>
        </p:txBody>
      </p:sp>
      <p:sp>
        <p:nvSpPr>
          <p:cNvPr id="10" name="文本框 9"/>
          <p:cNvSpPr txBox="1"/>
          <p:nvPr/>
        </p:nvSpPr>
        <p:spPr>
          <a:xfrm>
            <a:off x="277084" y="2793030"/>
            <a:ext cx="11651679" cy="338554"/>
          </a:xfrm>
          <a:prstGeom prst="rect">
            <a:avLst/>
          </a:prstGeom>
          <a:noFill/>
        </p:spPr>
        <p:txBody>
          <a:bodyPr wrap="square" rtlCol="0">
            <a:spAutoFit/>
          </a:bodyPr>
          <a:lstStyle/>
          <a:p>
            <a:r>
              <a:rPr lang="zh-CN" altLang="en-US" sz="1600" dirty="0" smtClean="0">
                <a:latin typeface="思源宋体" panose="02020700000000000000" pitchFamily="18" charset="-122"/>
                <a:ea typeface="思源宋体" panose="02020700000000000000" pitchFamily="18" charset="-122"/>
              </a:rPr>
              <a:t>抓取</a:t>
            </a:r>
            <a:r>
              <a:rPr lang="en-US" altLang="zh-CN" sz="1600" dirty="0" smtClean="0">
                <a:latin typeface="思源宋体" panose="02020700000000000000" pitchFamily="18" charset="-122"/>
                <a:ea typeface="思源宋体" panose="02020700000000000000" pitchFamily="18" charset="-122"/>
              </a:rPr>
              <a:t>Location</a:t>
            </a:r>
            <a:r>
              <a:rPr lang="zh-CN" altLang="en-US" sz="1600" dirty="0" smtClean="0">
                <a:latin typeface="思源宋体" panose="02020700000000000000" pitchFamily="18" charset="-122"/>
                <a:ea typeface="思源宋体" panose="02020700000000000000" pitchFamily="18" charset="-122"/>
              </a:rPr>
              <a:t>为</a:t>
            </a:r>
            <a:r>
              <a:rPr lang="en-US" altLang="zh-CN" sz="1600" dirty="0" smtClean="0">
                <a:latin typeface="思源宋体" panose="02020700000000000000" pitchFamily="18" charset="-122"/>
                <a:ea typeface="思源宋体" panose="02020700000000000000" pitchFamily="18" charset="-122"/>
              </a:rPr>
              <a:t>A12</a:t>
            </a:r>
            <a:r>
              <a:rPr lang="zh-CN" altLang="en-US" sz="1600" dirty="0" smtClean="0">
                <a:latin typeface="思源宋体" panose="02020700000000000000" pitchFamily="18" charset="-122"/>
                <a:ea typeface="思源宋体" panose="02020700000000000000" pitchFamily="18" charset="-122"/>
              </a:rPr>
              <a:t>且状态</a:t>
            </a:r>
            <a:r>
              <a:rPr lang="zh-CN" altLang="en-US" sz="1600" dirty="0">
                <a:latin typeface="思源宋体" panose="02020700000000000000" pitchFamily="18" charset="-122"/>
                <a:ea typeface="思源宋体" panose="02020700000000000000" pitchFamily="18" charset="-122"/>
              </a:rPr>
              <a:t>为</a:t>
            </a:r>
            <a:r>
              <a:rPr lang="en-US" altLang="zh-CN" sz="1600" dirty="0">
                <a:latin typeface="思源宋体" panose="02020700000000000000" pitchFamily="18" charset="-122"/>
                <a:ea typeface="思源宋体" panose="02020700000000000000" pitchFamily="18" charset="-122"/>
              </a:rPr>
              <a:t>Waiting</a:t>
            </a:r>
            <a:r>
              <a:rPr lang="zh-CN" altLang="en-US" sz="1600" dirty="0" smtClean="0">
                <a:latin typeface="思源宋体" panose="02020700000000000000" pitchFamily="18" charset="-122"/>
                <a:ea typeface="思源宋体" panose="02020700000000000000" pitchFamily="18" charset="-122"/>
              </a:rPr>
              <a:t>的</a:t>
            </a:r>
            <a:r>
              <a:rPr lang="en-US" altLang="zh-CN" sz="1600" dirty="0" smtClean="0">
                <a:latin typeface="思源宋体" panose="02020700000000000000" pitchFamily="18" charset="-122"/>
                <a:ea typeface="思源宋体" panose="02020700000000000000" pitchFamily="18" charset="-122"/>
              </a:rPr>
              <a:t>Lot</a:t>
            </a:r>
            <a:r>
              <a:rPr lang="zh-CN" altLang="en-US" sz="1600" dirty="0" smtClean="0">
                <a:latin typeface="思源宋体" panose="02020700000000000000" pitchFamily="18" charset="-122"/>
                <a:ea typeface="思源宋体" panose="02020700000000000000" pitchFamily="18" charset="-122"/>
              </a:rPr>
              <a:t>在</a:t>
            </a:r>
            <a:r>
              <a:rPr lang="en-US" altLang="zh-CN" sz="1600" dirty="0" smtClean="0">
                <a:latin typeface="思源宋体" panose="02020700000000000000" pitchFamily="18" charset="-122"/>
                <a:ea typeface="思源宋体" panose="02020700000000000000" pitchFamily="18" charset="-122"/>
              </a:rPr>
              <a:t>SR=0</a:t>
            </a:r>
            <a:r>
              <a:rPr lang="zh-CN" altLang="en-US" sz="1600" dirty="0" smtClean="0">
                <a:latin typeface="思源宋体" panose="02020700000000000000" pitchFamily="18" charset="-122"/>
                <a:ea typeface="思源宋体" panose="02020700000000000000" pitchFamily="18" charset="-122"/>
              </a:rPr>
              <a:t>并且</a:t>
            </a:r>
            <a:r>
              <a:rPr lang="en-US" altLang="zh-CN" sz="1600" dirty="0" smtClean="0">
                <a:latin typeface="思源宋体" panose="02020700000000000000" pitchFamily="18" charset="-122"/>
                <a:ea typeface="思源宋体" panose="02020700000000000000" pitchFamily="18" charset="-122"/>
              </a:rPr>
              <a:t>duration</a:t>
            </a:r>
            <a:r>
              <a:rPr lang="zh-CN" altLang="en-US" sz="1600" dirty="0" smtClean="0">
                <a:latin typeface="思源宋体" panose="02020700000000000000" pitchFamily="18" charset="-122"/>
                <a:ea typeface="思源宋体" panose="02020700000000000000" pitchFamily="18" charset="-122"/>
              </a:rPr>
              <a:t>大于</a:t>
            </a:r>
            <a:r>
              <a:rPr lang="zh-CN" altLang="en-US" sz="1600" dirty="0">
                <a:latin typeface="思源宋体" panose="02020700000000000000" pitchFamily="18" charset="-122"/>
                <a:ea typeface="思源宋体" panose="02020700000000000000" pitchFamily="18" charset="-122"/>
              </a:rPr>
              <a:t>一小时</a:t>
            </a:r>
            <a:r>
              <a:rPr lang="zh-CN" altLang="en-US" sz="1600" dirty="0" smtClean="0">
                <a:latin typeface="思源宋体" panose="02020700000000000000" pitchFamily="18" charset="-122"/>
                <a:ea typeface="思源宋体" panose="02020700000000000000" pitchFamily="18" charset="-122"/>
              </a:rPr>
              <a:t>的进行报警</a:t>
            </a:r>
            <a:r>
              <a:rPr lang="en-US" altLang="zh-CN" sz="1600" dirty="0" smtClean="0">
                <a:latin typeface="思源宋体" panose="02020700000000000000" pitchFamily="18" charset="-122"/>
                <a:ea typeface="思源宋体" panose="02020700000000000000" pitchFamily="18" charset="-122"/>
              </a:rPr>
              <a:t> </a:t>
            </a:r>
            <a:endParaRPr lang="zh-CN" altLang="en-US" sz="1600" dirty="0" smtClean="0">
              <a:latin typeface="思源宋体" panose="02020700000000000000" pitchFamily="18" charset="-122"/>
              <a:ea typeface="思源宋体" panose="02020700000000000000" pitchFamily="18" charset="-122"/>
            </a:endParaRPr>
          </a:p>
        </p:txBody>
      </p:sp>
      <p:sp>
        <p:nvSpPr>
          <p:cNvPr id="11" name="圆角矩形 10"/>
          <p:cNvSpPr/>
          <p:nvPr/>
        </p:nvSpPr>
        <p:spPr>
          <a:xfrm>
            <a:off x="349133" y="3209712"/>
            <a:ext cx="2177936" cy="325091"/>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n-US" altLang="zh-CN" sz="1400">
                <a:latin typeface="思源黑体" panose="020B0800000000000000" pitchFamily="34" charset="-122"/>
                <a:ea typeface="思源黑体" panose="020B0800000000000000" pitchFamily="34" charset="-122"/>
              </a:rPr>
              <a:t>6</a:t>
            </a:r>
            <a:r>
              <a:rPr lang="zh-CN" altLang="en-US" sz="1400" dirty="0" smtClean="0">
                <a:latin typeface="思源黑体" panose="020B0800000000000000" pitchFamily="34" charset="-122"/>
                <a:ea typeface="思源黑体" panose="020B0800000000000000" pitchFamily="34" charset="-122"/>
              </a:rPr>
              <a:t>、</a:t>
            </a:r>
            <a:r>
              <a:rPr lang="en-US" altLang="zh-CN" sz="1400" dirty="0" err="1">
                <a:latin typeface="思源黑体" panose="020B0800000000000000" pitchFamily="34" charset="-122"/>
                <a:ea typeface="思源黑体" panose="020B0800000000000000" pitchFamily="34" charset="-122"/>
              </a:rPr>
              <a:t>LongMaskTMPAuto</a:t>
            </a:r>
            <a:endParaRPr lang="en-US" altLang="zh-CN" sz="1400" dirty="0" smtClean="0">
              <a:latin typeface="思源黑体" panose="020B0800000000000000" pitchFamily="34" charset="-122"/>
              <a:ea typeface="思源黑体" panose="020B0800000000000000" pitchFamily="34" charset="-122"/>
            </a:endParaRPr>
          </a:p>
        </p:txBody>
      </p:sp>
      <p:sp>
        <p:nvSpPr>
          <p:cNvPr id="12" name="文本框 11"/>
          <p:cNvSpPr txBox="1"/>
          <p:nvPr/>
        </p:nvSpPr>
        <p:spPr>
          <a:xfrm>
            <a:off x="263232" y="3710195"/>
            <a:ext cx="11651679" cy="1323439"/>
          </a:xfrm>
          <a:prstGeom prst="rect">
            <a:avLst/>
          </a:prstGeom>
          <a:noFill/>
        </p:spPr>
        <p:txBody>
          <a:bodyPr wrap="square" rtlCol="0">
            <a:spAutoFit/>
          </a:bodyPr>
          <a:lstStyle/>
          <a:p>
            <a:r>
              <a:rPr lang="zh-CN" altLang="en-US" sz="1600" dirty="0" smtClean="0">
                <a:latin typeface="思源宋体" panose="02020700000000000000" pitchFamily="18" charset="-122"/>
                <a:ea typeface="思源宋体" panose="02020700000000000000" pitchFamily="18" charset="-122"/>
              </a:rPr>
              <a:t>抓取不在机台内或者不在</a:t>
            </a:r>
            <a:r>
              <a:rPr lang="en-US" altLang="zh-CN" sz="1600" dirty="0" smtClean="0">
                <a:latin typeface="思源宋体" panose="02020700000000000000" pitchFamily="18" charset="-122"/>
                <a:ea typeface="思源宋体" panose="02020700000000000000" pitchFamily="18" charset="-122"/>
              </a:rPr>
              <a:t>STK</a:t>
            </a:r>
            <a:r>
              <a:rPr lang="zh-CN" altLang="en-US" sz="1600" dirty="0" smtClean="0">
                <a:latin typeface="思源宋体" panose="02020700000000000000" pitchFamily="18" charset="-122"/>
                <a:ea typeface="思源宋体" panose="02020700000000000000" pitchFamily="18" charset="-122"/>
              </a:rPr>
              <a:t>内的</a:t>
            </a:r>
            <a:endParaRPr lang="en-US" altLang="zh-CN" sz="1600" dirty="0" smtClean="0">
              <a:latin typeface="思源宋体" panose="02020700000000000000" pitchFamily="18" charset="-122"/>
              <a:ea typeface="思源宋体" panose="02020700000000000000" pitchFamily="18" charset="-122"/>
            </a:endParaRPr>
          </a:p>
          <a:p>
            <a:r>
              <a:rPr lang="en-US" altLang="zh-CN" sz="1600" dirty="0" smtClean="0">
                <a:latin typeface="思源宋体" panose="02020700000000000000" pitchFamily="18" charset="-122"/>
                <a:ea typeface="思源宋体" panose="02020700000000000000" pitchFamily="18" charset="-122"/>
              </a:rPr>
              <a:t>1</a:t>
            </a:r>
            <a:r>
              <a:rPr lang="zh-CN" altLang="en-US" sz="1600" dirty="0" smtClean="0">
                <a:latin typeface="思源宋体" panose="02020700000000000000" pitchFamily="18" charset="-122"/>
                <a:ea typeface="思源宋体" panose="02020700000000000000" pitchFamily="18" charset="-122"/>
              </a:rPr>
              <a:t>、</a:t>
            </a:r>
            <a:r>
              <a:rPr lang="en-US" altLang="zh-CN" sz="1600" dirty="0" smtClean="0">
                <a:latin typeface="思源宋体" panose="02020700000000000000" pitchFamily="18" charset="-122"/>
                <a:ea typeface="思源宋体" panose="02020700000000000000" pitchFamily="18" charset="-122"/>
              </a:rPr>
              <a:t>ARF/ARF-IML</a:t>
            </a:r>
            <a:r>
              <a:rPr lang="zh-CN" altLang="en-US" sz="1600" dirty="0">
                <a:latin typeface="思源宋体" panose="02020700000000000000" pitchFamily="18" charset="-122"/>
                <a:ea typeface="思源宋体" panose="02020700000000000000" pitchFamily="18" charset="-122"/>
              </a:rPr>
              <a:t>光罩从机</a:t>
            </a:r>
            <a:r>
              <a:rPr lang="zh-CN" altLang="en-US" sz="1600" dirty="0" smtClean="0">
                <a:latin typeface="思源宋体" panose="02020700000000000000" pitchFamily="18" charset="-122"/>
                <a:ea typeface="思源宋体" panose="02020700000000000000" pitchFamily="18" charset="-122"/>
              </a:rPr>
              <a:t>台端（</a:t>
            </a:r>
            <a:r>
              <a:rPr lang="en-US" altLang="zh-CN" sz="1600" dirty="0" smtClean="0">
                <a:latin typeface="思源宋体" panose="02020700000000000000" pitchFamily="18" charset="-122"/>
                <a:ea typeface="思源宋体" panose="02020700000000000000" pitchFamily="18" charset="-122"/>
              </a:rPr>
              <a:t>PHN OR PIN</a:t>
            </a:r>
            <a:r>
              <a:rPr lang="zh-CN" altLang="en-US" sz="1600" dirty="0" smtClean="0">
                <a:latin typeface="思源宋体" panose="02020700000000000000" pitchFamily="18" charset="-122"/>
                <a:ea typeface="思源宋体" panose="02020700000000000000" pitchFamily="18" charset="-122"/>
              </a:rPr>
              <a:t>）取出</a:t>
            </a:r>
            <a:r>
              <a:rPr lang="en-US" altLang="zh-CN" sz="1600" dirty="0">
                <a:latin typeface="思源宋体" panose="02020700000000000000" pitchFamily="18" charset="-122"/>
                <a:ea typeface="思源宋体" panose="02020700000000000000" pitchFamily="18" charset="-122"/>
              </a:rPr>
              <a:t>TMP_AUTO </a:t>
            </a:r>
            <a:r>
              <a:rPr lang="en-US" altLang="zh-CN" sz="1600" dirty="0" smtClean="0">
                <a:latin typeface="思源宋体" panose="02020700000000000000" pitchFamily="18" charset="-122"/>
                <a:ea typeface="思源宋体" panose="02020700000000000000" pitchFamily="18" charset="-122"/>
              </a:rPr>
              <a:t>duration&gt;0.5H </a:t>
            </a:r>
            <a:endParaRPr lang="en-US" altLang="zh-CN" sz="1600" dirty="0">
              <a:latin typeface="思源宋体" panose="02020700000000000000" pitchFamily="18" charset="-122"/>
              <a:ea typeface="思源宋体" panose="02020700000000000000" pitchFamily="18" charset="-122"/>
            </a:endParaRPr>
          </a:p>
          <a:p>
            <a:r>
              <a:rPr lang="en-US" altLang="zh-CN" sz="1600" dirty="0" smtClean="0">
                <a:latin typeface="思源宋体" panose="02020700000000000000" pitchFamily="18" charset="-122"/>
                <a:ea typeface="思源宋体" panose="02020700000000000000" pitchFamily="18" charset="-122"/>
              </a:rPr>
              <a:t>2</a:t>
            </a:r>
            <a:r>
              <a:rPr lang="zh-CN" altLang="en-US" sz="1600" dirty="0" smtClean="0">
                <a:latin typeface="思源宋体" panose="02020700000000000000" pitchFamily="18" charset="-122"/>
                <a:ea typeface="思源宋体" panose="02020700000000000000" pitchFamily="18" charset="-122"/>
              </a:rPr>
              <a:t>、</a:t>
            </a:r>
            <a:r>
              <a:rPr lang="en-US" altLang="zh-CN" sz="1600" dirty="0" smtClean="0">
                <a:latin typeface="思源宋体" panose="02020700000000000000" pitchFamily="18" charset="-122"/>
                <a:ea typeface="思源宋体" panose="02020700000000000000" pitchFamily="18" charset="-122"/>
              </a:rPr>
              <a:t>ARF/ARF-IML</a:t>
            </a:r>
            <a:r>
              <a:rPr lang="zh-CN" altLang="en-US" sz="1600" dirty="0">
                <a:latin typeface="思源宋体" panose="02020700000000000000" pitchFamily="18" charset="-122"/>
                <a:ea typeface="思源宋体" panose="02020700000000000000" pitchFamily="18" charset="-122"/>
              </a:rPr>
              <a:t>非机</a:t>
            </a:r>
            <a:r>
              <a:rPr lang="zh-CN" altLang="en-US" sz="1600" dirty="0" smtClean="0">
                <a:latin typeface="思源宋体" panose="02020700000000000000" pitchFamily="18" charset="-122"/>
                <a:ea typeface="思源宋体" panose="02020700000000000000" pitchFamily="18" charset="-122"/>
              </a:rPr>
              <a:t>台端</a:t>
            </a:r>
            <a:r>
              <a:rPr lang="en-US" altLang="zh-CN" sz="1600" dirty="0" smtClean="0">
                <a:latin typeface="思源宋体" panose="02020700000000000000" pitchFamily="18" charset="-122"/>
                <a:ea typeface="思源宋体" panose="02020700000000000000" pitchFamily="18" charset="-122"/>
              </a:rPr>
              <a:t>(</a:t>
            </a:r>
            <a:r>
              <a:rPr lang="zh-CN" altLang="en-US" sz="1600" dirty="0" smtClean="0">
                <a:latin typeface="思源宋体" panose="02020700000000000000" pitchFamily="18" charset="-122"/>
                <a:ea typeface="思源宋体" panose="02020700000000000000" pitchFamily="18" charset="-122"/>
              </a:rPr>
              <a:t>非</a:t>
            </a:r>
            <a:r>
              <a:rPr lang="en-US" altLang="zh-CN" sz="1600" dirty="0">
                <a:latin typeface="思源宋体" panose="02020700000000000000" pitchFamily="18" charset="-122"/>
                <a:ea typeface="思源宋体" panose="02020700000000000000" pitchFamily="18" charset="-122"/>
              </a:rPr>
              <a:t>PHN OR PIN</a:t>
            </a:r>
            <a:r>
              <a:rPr lang="zh-CN" altLang="en-US" sz="1600" dirty="0" smtClean="0">
                <a:latin typeface="思源宋体" panose="02020700000000000000" pitchFamily="18" charset="-122"/>
                <a:ea typeface="思源宋体" panose="02020700000000000000" pitchFamily="18" charset="-122"/>
              </a:rPr>
              <a:t> </a:t>
            </a:r>
            <a:r>
              <a:rPr lang="en-US" altLang="zh-CN" sz="1600" dirty="0" smtClean="0">
                <a:latin typeface="思源宋体" panose="02020700000000000000" pitchFamily="18" charset="-122"/>
                <a:ea typeface="思源宋体" panose="02020700000000000000" pitchFamily="18" charset="-122"/>
              </a:rPr>
              <a:t>)</a:t>
            </a:r>
            <a:r>
              <a:rPr lang="zh-CN" altLang="en-US" sz="1600" dirty="0" smtClean="0">
                <a:latin typeface="思源宋体" panose="02020700000000000000" pitchFamily="18" charset="-122"/>
                <a:ea typeface="思源宋体" panose="02020700000000000000" pitchFamily="18" charset="-122"/>
              </a:rPr>
              <a:t>取出</a:t>
            </a:r>
            <a:r>
              <a:rPr lang="zh-CN" altLang="en-US" sz="1600" dirty="0">
                <a:latin typeface="思源宋体" panose="02020700000000000000" pitchFamily="18" charset="-122"/>
                <a:ea typeface="思源宋体" panose="02020700000000000000" pitchFamily="18" charset="-122"/>
              </a:rPr>
              <a:t>所有</a:t>
            </a:r>
            <a:r>
              <a:rPr lang="en-US" altLang="zh-CN" sz="1600" dirty="0">
                <a:latin typeface="思源宋体" panose="02020700000000000000" pitchFamily="18" charset="-122"/>
                <a:ea typeface="思源宋体" panose="02020700000000000000" pitchFamily="18" charset="-122"/>
              </a:rPr>
              <a:t>TMP_AUTO duration &gt;</a:t>
            </a:r>
            <a:r>
              <a:rPr lang="en-US" altLang="zh-CN" sz="1600" dirty="0" smtClean="0">
                <a:latin typeface="思源宋体" panose="02020700000000000000" pitchFamily="18" charset="-122"/>
                <a:ea typeface="思源宋体" panose="02020700000000000000" pitchFamily="18" charset="-122"/>
              </a:rPr>
              <a:t>1.5H</a:t>
            </a:r>
          </a:p>
          <a:p>
            <a:r>
              <a:rPr lang="en-US" altLang="zh-CN" sz="1600" dirty="0" smtClean="0">
                <a:latin typeface="思源宋体" panose="02020700000000000000" pitchFamily="18" charset="-122"/>
                <a:ea typeface="思源宋体" panose="02020700000000000000" pitchFamily="18" charset="-122"/>
              </a:rPr>
              <a:t>3</a:t>
            </a:r>
            <a:r>
              <a:rPr lang="zh-CN" altLang="en-US" sz="1600" dirty="0" smtClean="0">
                <a:latin typeface="思源宋体" panose="02020700000000000000" pitchFamily="18" charset="-122"/>
                <a:ea typeface="思源宋体" panose="02020700000000000000" pitchFamily="18" charset="-122"/>
              </a:rPr>
              <a:t>、</a:t>
            </a:r>
            <a:r>
              <a:rPr lang="en-US" altLang="zh-CN" sz="1600" dirty="0" smtClean="0">
                <a:latin typeface="思源宋体" panose="02020700000000000000" pitchFamily="18" charset="-122"/>
                <a:ea typeface="思源宋体" panose="02020700000000000000" pitchFamily="18" charset="-122"/>
              </a:rPr>
              <a:t>KRF</a:t>
            </a:r>
            <a:r>
              <a:rPr lang="zh-CN" altLang="en-US" sz="1600" dirty="0">
                <a:latin typeface="思源宋体" panose="02020700000000000000" pitchFamily="18" charset="-122"/>
                <a:ea typeface="思源宋体" panose="02020700000000000000" pitchFamily="18" charset="-122"/>
              </a:rPr>
              <a:t>光罩不分类型所有</a:t>
            </a:r>
            <a:r>
              <a:rPr lang="en-US" altLang="zh-CN" sz="1600" dirty="0">
                <a:latin typeface="思源宋体" panose="02020700000000000000" pitchFamily="18" charset="-122"/>
                <a:ea typeface="思源宋体" panose="02020700000000000000" pitchFamily="18" charset="-122"/>
              </a:rPr>
              <a:t>TMP_AUTO duration&gt;1.5H </a:t>
            </a:r>
            <a:endParaRPr lang="en-US" altLang="zh-CN" sz="1600" dirty="0" smtClean="0">
              <a:latin typeface="思源宋体" panose="02020700000000000000" pitchFamily="18" charset="-122"/>
              <a:ea typeface="思源宋体" panose="02020700000000000000" pitchFamily="18" charset="-122"/>
            </a:endParaRPr>
          </a:p>
          <a:p>
            <a:r>
              <a:rPr lang="en-US" altLang="zh-CN" sz="1600" dirty="0" smtClean="0">
                <a:latin typeface="思源宋体" panose="02020700000000000000" pitchFamily="18" charset="-122"/>
                <a:ea typeface="思源宋体" panose="02020700000000000000" pitchFamily="18" charset="-122"/>
              </a:rPr>
              <a:t>4</a:t>
            </a:r>
            <a:r>
              <a:rPr lang="zh-CN" altLang="en-US" sz="1600" dirty="0" smtClean="0">
                <a:latin typeface="思源宋体" panose="02020700000000000000" pitchFamily="18" charset="-122"/>
                <a:ea typeface="思源宋体" panose="02020700000000000000" pitchFamily="18" charset="-122"/>
              </a:rPr>
              <a:t>、</a:t>
            </a:r>
            <a:r>
              <a:rPr lang="en-US" altLang="zh-CN" sz="1600" dirty="0" smtClean="0">
                <a:latin typeface="思源宋体" panose="02020700000000000000" pitchFamily="18" charset="-122"/>
                <a:ea typeface="思源宋体" panose="02020700000000000000" pitchFamily="18" charset="-122"/>
              </a:rPr>
              <a:t>I-LINE</a:t>
            </a:r>
            <a:r>
              <a:rPr lang="zh-CN" altLang="en-US" sz="1600" dirty="0">
                <a:latin typeface="思源宋体" panose="02020700000000000000" pitchFamily="18" charset="-122"/>
                <a:ea typeface="思源宋体" panose="02020700000000000000" pitchFamily="18" charset="-122"/>
              </a:rPr>
              <a:t>光罩不分类型所有</a:t>
            </a:r>
            <a:r>
              <a:rPr lang="en-US" altLang="zh-CN" sz="1600" dirty="0">
                <a:latin typeface="思源宋体" panose="02020700000000000000" pitchFamily="18" charset="-122"/>
                <a:ea typeface="思源宋体" panose="02020700000000000000" pitchFamily="18" charset="-122"/>
              </a:rPr>
              <a:t>TMP_AUTO duration&gt;7.5H  </a:t>
            </a:r>
            <a:r>
              <a:rPr lang="zh-CN" altLang="en-US" sz="1600" dirty="0" smtClean="0">
                <a:latin typeface="思源宋体" panose="02020700000000000000" pitchFamily="18" charset="-122"/>
                <a:ea typeface="思源宋体" panose="02020700000000000000" pitchFamily="18" charset="-122"/>
              </a:rPr>
              <a:t>的光罩进行报警</a:t>
            </a:r>
          </a:p>
        </p:txBody>
      </p:sp>
      <p:sp>
        <p:nvSpPr>
          <p:cNvPr id="13" name="圆角矩形 12"/>
          <p:cNvSpPr/>
          <p:nvPr/>
        </p:nvSpPr>
        <p:spPr>
          <a:xfrm>
            <a:off x="368527" y="5174283"/>
            <a:ext cx="1618215" cy="325091"/>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n-US" altLang="zh-CN" sz="1400" dirty="0">
                <a:latin typeface="思源黑体" panose="020B0800000000000000" pitchFamily="34" charset="-122"/>
                <a:ea typeface="思源黑体" panose="020B0800000000000000" pitchFamily="34" charset="-122"/>
              </a:rPr>
              <a:t>7</a:t>
            </a:r>
            <a:r>
              <a:rPr lang="zh-CN" altLang="en-US" sz="1400" dirty="0" smtClean="0">
                <a:latin typeface="思源黑体" panose="020B0800000000000000" pitchFamily="34" charset="-122"/>
                <a:ea typeface="思源黑体" panose="020B0800000000000000" pitchFamily="34" charset="-122"/>
              </a:rPr>
              <a:t>、</a:t>
            </a:r>
            <a:r>
              <a:rPr lang="en-US" altLang="zh-CN" sz="1400" dirty="0" err="1">
                <a:latin typeface="思源黑体" panose="020B0800000000000000" pitchFamily="34" charset="-122"/>
                <a:ea typeface="思源黑体" panose="020B0800000000000000" pitchFamily="34" charset="-122"/>
              </a:rPr>
              <a:t>CrossFabFail</a:t>
            </a:r>
            <a:endParaRPr lang="en-US" altLang="zh-CN" sz="1400" dirty="0" smtClean="0">
              <a:latin typeface="思源黑体" panose="020B0800000000000000" pitchFamily="34" charset="-122"/>
              <a:ea typeface="思源黑体" panose="020B0800000000000000" pitchFamily="34" charset="-122"/>
            </a:endParaRPr>
          </a:p>
        </p:txBody>
      </p:sp>
      <p:sp>
        <p:nvSpPr>
          <p:cNvPr id="14" name="文本框 13"/>
          <p:cNvSpPr txBox="1"/>
          <p:nvPr/>
        </p:nvSpPr>
        <p:spPr>
          <a:xfrm>
            <a:off x="279852" y="5613816"/>
            <a:ext cx="11912148" cy="1077218"/>
          </a:xfrm>
          <a:prstGeom prst="rect">
            <a:avLst/>
          </a:prstGeom>
          <a:noFill/>
        </p:spPr>
        <p:txBody>
          <a:bodyPr wrap="square" rtlCol="0">
            <a:spAutoFit/>
          </a:bodyPr>
          <a:lstStyle/>
          <a:p>
            <a:r>
              <a:rPr lang="zh-CN" altLang="en-US" sz="1600" dirty="0" smtClean="0">
                <a:latin typeface="思源宋体" panose="02020700000000000000" pitchFamily="18" charset="-122"/>
                <a:ea typeface="思源宋体" panose="02020700000000000000" pitchFamily="18" charset="-122"/>
              </a:rPr>
              <a:t>抓取</a:t>
            </a:r>
            <a:endParaRPr lang="en-US" altLang="zh-CN" sz="1600" dirty="0" smtClean="0">
              <a:latin typeface="思源宋体" panose="02020700000000000000" pitchFamily="18" charset="-122"/>
              <a:ea typeface="思源宋体" panose="02020700000000000000" pitchFamily="18" charset="-122"/>
            </a:endParaRPr>
          </a:p>
          <a:p>
            <a:r>
              <a:rPr lang="en-US" altLang="zh-CN" sz="1600" dirty="0" smtClean="0">
                <a:latin typeface="思源宋体" panose="02020700000000000000" pitchFamily="18" charset="-122"/>
                <a:ea typeface="思源宋体" panose="02020700000000000000" pitchFamily="18" charset="-122"/>
              </a:rPr>
              <a:t>1</a:t>
            </a:r>
            <a:r>
              <a:rPr lang="zh-CN" altLang="en-US" sz="1600" dirty="0" smtClean="0">
                <a:latin typeface="思源宋体" panose="02020700000000000000" pitchFamily="18" charset="-122"/>
                <a:ea typeface="思源宋体" panose="02020700000000000000" pitchFamily="18" charset="-122"/>
              </a:rPr>
              <a:t>、</a:t>
            </a:r>
            <a:r>
              <a:rPr lang="en-US" altLang="zh-CN" sz="1600" dirty="0" smtClean="0">
                <a:latin typeface="思源宋体" panose="02020700000000000000" pitchFamily="18" charset="-122"/>
                <a:ea typeface="思源宋体" panose="02020700000000000000" pitchFamily="18" charset="-122"/>
              </a:rPr>
              <a:t>A12</a:t>
            </a:r>
            <a:r>
              <a:rPr lang="zh-CN" altLang="en-US" sz="1600" dirty="0">
                <a:latin typeface="思源宋体" panose="02020700000000000000" pitchFamily="18" charset="-122"/>
                <a:ea typeface="思源宋体" panose="02020700000000000000" pitchFamily="18" charset="-122"/>
              </a:rPr>
              <a:t> </a:t>
            </a:r>
            <a:r>
              <a:rPr lang="en-US" altLang="zh-CN" sz="1600" dirty="0" smtClean="0">
                <a:latin typeface="思源宋体" panose="02020700000000000000" pitchFamily="18" charset="-122"/>
                <a:ea typeface="思源宋体" panose="02020700000000000000" pitchFamily="18" charset="-122"/>
              </a:rPr>
              <a:t>TO A3</a:t>
            </a:r>
            <a:r>
              <a:rPr lang="zh-CN" altLang="en-US" sz="1600" dirty="0" smtClean="0">
                <a:latin typeface="思源宋体" panose="02020700000000000000" pitchFamily="18" charset="-122"/>
                <a:ea typeface="思源宋体" panose="02020700000000000000" pitchFamily="18" charset="-122"/>
              </a:rPr>
              <a:t>跨</a:t>
            </a:r>
            <a:r>
              <a:rPr lang="zh-CN" altLang="en-US" sz="1600" dirty="0">
                <a:latin typeface="思源宋体" panose="02020700000000000000" pitchFamily="18" charset="-122"/>
                <a:ea typeface="思源宋体" panose="02020700000000000000" pitchFamily="18" charset="-122"/>
              </a:rPr>
              <a:t>厂</a:t>
            </a:r>
            <a:r>
              <a:rPr lang="zh-CN" altLang="en-US" sz="1600" dirty="0" smtClean="0">
                <a:latin typeface="思源宋体" panose="02020700000000000000" pitchFamily="18" charset="-122"/>
                <a:ea typeface="思源宋体" panose="02020700000000000000" pitchFamily="18" charset="-122"/>
              </a:rPr>
              <a:t>超时（跨厂状态超过</a:t>
            </a:r>
            <a:r>
              <a:rPr lang="en-US" altLang="zh-CN" sz="1600" dirty="0" smtClean="0">
                <a:latin typeface="思源宋体" panose="02020700000000000000" pitchFamily="18" charset="-122"/>
                <a:ea typeface="思源宋体" panose="02020700000000000000" pitchFamily="18" charset="-122"/>
              </a:rPr>
              <a:t>1</a:t>
            </a:r>
            <a:r>
              <a:rPr lang="zh-CN" altLang="en-US" sz="1600" dirty="0" smtClean="0">
                <a:latin typeface="思源宋体" panose="02020700000000000000" pitchFamily="18" charset="-122"/>
                <a:ea typeface="思源宋体" panose="02020700000000000000" pitchFamily="18" charset="-122"/>
              </a:rPr>
              <a:t>小时没成功或</a:t>
            </a:r>
            <a:r>
              <a:rPr lang="en-US" altLang="zh-CN" sz="1600" dirty="0" err="1" smtClean="0">
                <a:latin typeface="思源宋体" panose="02020700000000000000" pitchFamily="18" charset="-122"/>
                <a:ea typeface="思源宋体" panose="02020700000000000000" pitchFamily="18" charset="-122"/>
              </a:rPr>
              <a:t>Qtime</a:t>
            </a:r>
            <a:r>
              <a:rPr lang="zh-CN" altLang="en-US" sz="1600" dirty="0" smtClean="0">
                <a:latin typeface="思源宋体" panose="02020700000000000000" pitchFamily="18" charset="-122"/>
                <a:ea typeface="思源宋体" panose="02020700000000000000" pitchFamily="18" charset="-122"/>
              </a:rPr>
              <a:t>区间剩余两小时且超过</a:t>
            </a:r>
            <a:r>
              <a:rPr lang="en-US" altLang="zh-CN" sz="1600" dirty="0" smtClean="0">
                <a:latin typeface="思源宋体" panose="02020700000000000000" pitchFamily="18" charset="-122"/>
                <a:ea typeface="思源宋体" panose="02020700000000000000" pitchFamily="18" charset="-122"/>
              </a:rPr>
              <a:t>0.5</a:t>
            </a:r>
            <a:r>
              <a:rPr lang="zh-CN" altLang="en-US" sz="1600" dirty="0" smtClean="0">
                <a:latin typeface="思源宋体" panose="02020700000000000000" pitchFamily="18" charset="-122"/>
                <a:ea typeface="思源宋体" panose="02020700000000000000" pitchFamily="18" charset="-122"/>
              </a:rPr>
              <a:t>小时没成功的</a:t>
            </a:r>
            <a:r>
              <a:rPr lang="en-US" altLang="zh-CN" sz="1600" dirty="0" smtClean="0">
                <a:latin typeface="思源宋体" panose="02020700000000000000" pitchFamily="18" charset="-122"/>
                <a:ea typeface="思源宋体" panose="02020700000000000000" pitchFamily="18" charset="-122"/>
              </a:rPr>
              <a:t>Lot</a:t>
            </a:r>
            <a:r>
              <a:rPr lang="zh-CN" altLang="en-US" sz="1600" dirty="0" smtClean="0">
                <a:latin typeface="思源宋体" panose="02020700000000000000" pitchFamily="18" charset="-122"/>
                <a:ea typeface="思源宋体" panose="02020700000000000000" pitchFamily="18" charset="-122"/>
              </a:rPr>
              <a:t>）</a:t>
            </a:r>
            <a:endParaRPr lang="en-US" altLang="zh-CN" sz="1600" dirty="0" smtClean="0">
              <a:latin typeface="思源宋体" panose="02020700000000000000" pitchFamily="18" charset="-122"/>
              <a:ea typeface="思源宋体" panose="02020700000000000000" pitchFamily="18" charset="-122"/>
            </a:endParaRPr>
          </a:p>
          <a:p>
            <a:r>
              <a:rPr lang="en-US" altLang="zh-CN" sz="1600" dirty="0" smtClean="0">
                <a:latin typeface="思源宋体" panose="02020700000000000000" pitchFamily="18" charset="-122"/>
                <a:ea typeface="思源宋体" panose="02020700000000000000" pitchFamily="18" charset="-122"/>
              </a:rPr>
              <a:t>2</a:t>
            </a:r>
            <a:r>
              <a:rPr lang="zh-CN" altLang="en-US" sz="1600" dirty="0">
                <a:latin typeface="思源宋体" panose="02020700000000000000" pitchFamily="18" charset="-122"/>
                <a:ea typeface="思源宋体" panose="02020700000000000000" pitchFamily="18" charset="-122"/>
              </a:rPr>
              <a:t>、同时存在 </a:t>
            </a:r>
            <a:r>
              <a:rPr lang="en-US" altLang="zh-CN" sz="1600" dirty="0">
                <a:latin typeface="思源宋体" panose="02020700000000000000" pitchFamily="18" charset="-122"/>
                <a:ea typeface="思源宋体" panose="02020700000000000000" pitchFamily="18" charset="-122"/>
              </a:rPr>
              <a:t>5 </a:t>
            </a:r>
            <a:r>
              <a:rPr lang="zh-CN" altLang="en-US" sz="1600" dirty="0">
                <a:latin typeface="思源宋体" panose="02020700000000000000" pitchFamily="18" charset="-122"/>
                <a:ea typeface="思源宋体" panose="02020700000000000000" pitchFamily="18" charset="-122"/>
              </a:rPr>
              <a:t>批以上 </a:t>
            </a:r>
            <a:r>
              <a:rPr lang="en-US" altLang="zh-CN" sz="1600" dirty="0">
                <a:latin typeface="思源宋体" panose="02020700000000000000" pitchFamily="18" charset="-122"/>
                <a:ea typeface="思源宋体" panose="02020700000000000000" pitchFamily="18" charset="-122"/>
              </a:rPr>
              <a:t>Lot Cross </a:t>
            </a:r>
            <a:r>
              <a:rPr lang="zh-CN" altLang="en-US" sz="1600" dirty="0">
                <a:latin typeface="思源宋体" panose="02020700000000000000" pitchFamily="18" charset="-122"/>
                <a:ea typeface="思源宋体" panose="02020700000000000000" pitchFamily="18" charset="-122"/>
              </a:rPr>
              <a:t>时间大于 </a:t>
            </a:r>
            <a:r>
              <a:rPr lang="en-US" altLang="zh-CN" sz="1600" dirty="0">
                <a:latin typeface="思源宋体" panose="02020700000000000000" pitchFamily="18" charset="-122"/>
                <a:ea typeface="思源宋体" panose="02020700000000000000" pitchFamily="18" charset="-122"/>
              </a:rPr>
              <a:t>3</a:t>
            </a:r>
            <a:r>
              <a:rPr lang="en-US" altLang="zh-CN" sz="1600" dirty="0" smtClean="0">
                <a:latin typeface="思源宋体" panose="02020700000000000000" pitchFamily="18" charset="-122"/>
                <a:ea typeface="思源宋体" panose="02020700000000000000" pitchFamily="18" charset="-122"/>
              </a:rPr>
              <a:t>0 </a:t>
            </a:r>
            <a:r>
              <a:rPr lang="zh-CN" altLang="en-US" sz="1600" dirty="0">
                <a:latin typeface="思源宋体" panose="02020700000000000000" pitchFamily="18" charset="-122"/>
                <a:ea typeface="思源宋体" panose="02020700000000000000" pitchFamily="18" charset="-122"/>
              </a:rPr>
              <a:t>分钟</a:t>
            </a:r>
          </a:p>
          <a:p>
            <a:r>
              <a:rPr lang="en-US" altLang="zh-CN" sz="1600" dirty="0" smtClean="0">
                <a:latin typeface="思源宋体" panose="02020700000000000000" pitchFamily="18" charset="-122"/>
                <a:ea typeface="思源宋体" panose="02020700000000000000" pitchFamily="18" charset="-122"/>
              </a:rPr>
              <a:t>3</a:t>
            </a:r>
            <a:r>
              <a:rPr lang="zh-CN" altLang="en-US" sz="1600" dirty="0">
                <a:latin typeface="思源宋体" panose="02020700000000000000" pitchFamily="18" charset="-122"/>
                <a:ea typeface="思源宋体" panose="02020700000000000000" pitchFamily="18" charset="-122"/>
              </a:rPr>
              <a:t>、重复注册 </a:t>
            </a:r>
            <a:r>
              <a:rPr lang="en-US" altLang="zh-CN" sz="1600" dirty="0">
                <a:latin typeface="思源宋体" panose="02020700000000000000" pitchFamily="18" charset="-122"/>
                <a:ea typeface="思源宋体" panose="02020700000000000000" pitchFamily="18" charset="-122"/>
              </a:rPr>
              <a:t>Cross </a:t>
            </a:r>
            <a:r>
              <a:rPr lang="en-US" altLang="zh-CN" sz="1600" dirty="0" smtClean="0">
                <a:latin typeface="思源宋体" panose="02020700000000000000" pitchFamily="18" charset="-122"/>
                <a:ea typeface="思源宋体" panose="02020700000000000000" pitchFamily="18" charset="-122"/>
              </a:rPr>
              <a:t>FAB5</a:t>
            </a:r>
            <a:r>
              <a:rPr lang="zh-CN" altLang="en-US" sz="1600" dirty="0" smtClean="0">
                <a:latin typeface="思源宋体" panose="02020700000000000000" pitchFamily="18" charset="-122"/>
                <a:ea typeface="思源宋体" panose="02020700000000000000" pitchFamily="18" charset="-122"/>
              </a:rPr>
              <a:t>次及以上的</a:t>
            </a:r>
            <a:r>
              <a:rPr lang="en-US" altLang="zh-CN" sz="1600" dirty="0" smtClean="0">
                <a:latin typeface="思源宋体" panose="02020700000000000000" pitchFamily="18" charset="-122"/>
                <a:ea typeface="思源宋体" panose="02020700000000000000" pitchFamily="18" charset="-122"/>
              </a:rPr>
              <a:t>Lot</a:t>
            </a:r>
            <a:r>
              <a:rPr lang="zh-CN" altLang="en-US" sz="1600" dirty="0" smtClean="0">
                <a:latin typeface="思源宋体" panose="02020700000000000000" pitchFamily="18" charset="-122"/>
                <a:ea typeface="思源宋体" panose="02020700000000000000" pitchFamily="18" charset="-122"/>
              </a:rPr>
              <a:t>进行报警</a:t>
            </a:r>
          </a:p>
        </p:txBody>
      </p:sp>
      <p:sp>
        <p:nvSpPr>
          <p:cNvPr id="15" name="文本框 20">
            <a:extLst>
              <a:ext uri="{FF2B5EF4-FFF2-40B4-BE49-F238E27FC236}">
                <a16:creationId xmlns:a16="http://schemas.microsoft.com/office/drawing/2014/main" id="{94782366-33E8-F14D-3C1E-BD4F2695AEE5}"/>
              </a:ext>
            </a:extLst>
          </p:cNvPr>
          <p:cNvSpPr txBox="1">
            <a:spLocks noChangeArrowheads="1"/>
          </p:cNvSpPr>
          <p:nvPr/>
        </p:nvSpPr>
        <p:spPr bwMode="auto">
          <a:xfrm>
            <a:off x="1657421" y="323816"/>
            <a:ext cx="521720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R="0" lvl="0" indent="0" defTabSz="1219200" fontAlgn="auto">
              <a:lnSpc>
                <a:spcPct val="100000"/>
              </a:lnSpc>
              <a:spcBef>
                <a:spcPct val="0"/>
              </a:spcBef>
              <a:spcAft>
                <a:spcPts val="0"/>
              </a:spcAft>
              <a:buClrTx/>
              <a:buSzTx/>
              <a:buFont typeface="思源宋体 CN Heavy" panose="02020900000000000000" pitchFamily="18" charset="-122"/>
              <a:buNone/>
              <a:tabLst/>
              <a:defRPr kumimoji="0" sz="2800" b="1" i="0" u="none" strike="noStrike" kern="0" cap="none" spc="0" normalizeH="0" baseline="0">
                <a:ln>
                  <a:noFill/>
                </a:ln>
                <a:solidFill>
                  <a:prstClr val="black">
                    <a:lumMod val="75000"/>
                    <a:lumOff val="25000"/>
                  </a:prstClr>
                </a:solidFill>
                <a:effectLst/>
                <a:uLnTx/>
                <a:uFillTx/>
                <a:latin typeface="Arial"/>
                <a:ea typeface="微软雅黑"/>
                <a:cs typeface="思源宋体 CN Heavy" panose="02020900000000000000" pitchFamily="18" charset="-122"/>
              </a:defRPr>
            </a:lvl1pPr>
            <a:lvl2pPr marL="742950" indent="-285750">
              <a:lnSpc>
                <a:spcPct val="90000"/>
              </a:lnSpc>
              <a:spcBef>
                <a:spcPts val="500"/>
              </a:spcBef>
              <a:buFont typeface="Arial" panose="020B0604020202020204" pitchFamily="34" charset="0"/>
              <a:buChar char="•"/>
              <a:defRPr sz="2400">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r>
              <a:rPr lang="en-US" altLang="zh-CN" sz="2400" dirty="0">
                <a:solidFill>
                  <a:schemeClr val="tx1"/>
                </a:solidFill>
                <a:latin typeface="思源黑体" panose="020B0800000000000000" pitchFamily="34" charset="-122"/>
                <a:ea typeface="思源黑体" panose="020B0800000000000000" pitchFamily="34" charset="-122"/>
                <a:sym typeface="Arial"/>
              </a:rPr>
              <a:t>Alarm</a:t>
            </a:r>
            <a:r>
              <a:rPr lang="zh-CN" altLang="en-US" sz="2400" dirty="0">
                <a:solidFill>
                  <a:schemeClr val="tx1"/>
                </a:solidFill>
                <a:latin typeface="思源黑体" panose="020B0800000000000000" pitchFamily="34" charset="-122"/>
                <a:ea typeface="思源黑体" panose="020B0800000000000000" pitchFamily="34" charset="-122"/>
                <a:sym typeface="Arial"/>
              </a:rPr>
              <a:t>种类和监控</a:t>
            </a:r>
            <a:r>
              <a:rPr lang="zh-CN" altLang="en-US" sz="2400" dirty="0" smtClean="0">
                <a:solidFill>
                  <a:schemeClr val="tx1"/>
                </a:solidFill>
                <a:latin typeface="思源黑体" panose="020B0800000000000000" pitchFamily="34" charset="-122"/>
                <a:ea typeface="思源黑体" panose="020B0800000000000000" pitchFamily="34" charset="-122"/>
                <a:sym typeface="Arial"/>
              </a:rPr>
              <a:t>逻辑</a:t>
            </a:r>
            <a:endParaRPr lang="zh-CN" altLang="en-US" sz="2400" dirty="0">
              <a:solidFill>
                <a:schemeClr val="tx1"/>
              </a:solidFill>
              <a:latin typeface="思源黑体" panose="020B0800000000000000" pitchFamily="34" charset="-122"/>
              <a:ea typeface="思源黑体" panose="020B0800000000000000" pitchFamily="34" charset="-122"/>
              <a:sym typeface="Arial"/>
            </a:endParaRPr>
          </a:p>
        </p:txBody>
      </p:sp>
    </p:spTree>
    <p:extLst>
      <p:ext uri="{BB962C8B-B14F-4D97-AF65-F5344CB8AC3E}">
        <p14:creationId xmlns:p14="http://schemas.microsoft.com/office/powerpoint/2010/main" val="32963809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文本框 20">
            <a:extLst>
              <a:ext uri="{FF2B5EF4-FFF2-40B4-BE49-F238E27FC236}">
                <a16:creationId xmlns:a16="http://schemas.microsoft.com/office/drawing/2014/main" id="{94782366-33E8-F14D-3C1E-BD4F2695AEE5}"/>
              </a:ext>
            </a:extLst>
          </p:cNvPr>
          <p:cNvSpPr txBox="1">
            <a:spLocks noChangeArrowheads="1"/>
          </p:cNvSpPr>
          <p:nvPr/>
        </p:nvSpPr>
        <p:spPr bwMode="auto">
          <a:xfrm>
            <a:off x="622352" y="329938"/>
            <a:ext cx="67443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R="0" lvl="0" indent="0" defTabSz="1219200" fontAlgn="auto">
              <a:lnSpc>
                <a:spcPct val="100000"/>
              </a:lnSpc>
              <a:spcBef>
                <a:spcPct val="0"/>
              </a:spcBef>
              <a:spcAft>
                <a:spcPts val="0"/>
              </a:spcAft>
              <a:buClrTx/>
              <a:buSzTx/>
              <a:buFont typeface="思源宋体 CN Heavy" panose="02020900000000000000" pitchFamily="18" charset="-122"/>
              <a:buNone/>
              <a:tabLst/>
              <a:defRPr kumimoji="0" sz="2800" b="1" i="0" u="none" strike="noStrike" kern="0" cap="none" spc="0" normalizeH="0" baseline="0">
                <a:ln>
                  <a:noFill/>
                </a:ln>
                <a:solidFill>
                  <a:prstClr val="black">
                    <a:lumMod val="75000"/>
                    <a:lumOff val="25000"/>
                  </a:prstClr>
                </a:solidFill>
                <a:effectLst/>
                <a:uLnTx/>
                <a:uFillTx/>
                <a:latin typeface="Arial"/>
                <a:ea typeface="微软雅黑"/>
                <a:cs typeface="思源宋体 CN Heavy" panose="02020900000000000000" pitchFamily="18" charset="-122"/>
              </a:defRPr>
            </a:lvl1pPr>
            <a:lvl2pPr marL="742950" indent="-285750">
              <a:lnSpc>
                <a:spcPct val="90000"/>
              </a:lnSpc>
              <a:spcBef>
                <a:spcPts val="500"/>
              </a:spcBef>
              <a:buFont typeface="Arial" panose="020B0604020202020204" pitchFamily="34" charset="0"/>
              <a:buChar char="•"/>
              <a:defRPr sz="2400">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pPr algn="ctr"/>
            <a:r>
              <a:rPr lang="en-US" altLang="zh-CN" sz="2400" dirty="0" smtClean="0">
                <a:solidFill>
                  <a:schemeClr val="bg1"/>
                </a:solidFill>
                <a:latin typeface="思源黑体" panose="020B0800000000000000" pitchFamily="34" charset="-122"/>
                <a:ea typeface="思源黑体" panose="020B0800000000000000" pitchFamily="34" charset="-122"/>
                <a:sym typeface="Arial"/>
              </a:rPr>
              <a:t>19</a:t>
            </a:r>
            <a:endParaRPr lang="zh-CN" altLang="en-US" sz="2400" dirty="0">
              <a:solidFill>
                <a:schemeClr val="bg1"/>
              </a:solidFill>
              <a:latin typeface="思源黑体" panose="020B0800000000000000" pitchFamily="34" charset="-122"/>
              <a:ea typeface="思源黑体" panose="020B0800000000000000" pitchFamily="34" charset="-122"/>
              <a:sym typeface="Arial"/>
            </a:endParaRPr>
          </a:p>
        </p:txBody>
      </p:sp>
      <p:sp>
        <p:nvSpPr>
          <p:cNvPr id="8" name="圆角矩形 7"/>
          <p:cNvSpPr/>
          <p:nvPr/>
        </p:nvSpPr>
        <p:spPr>
          <a:xfrm>
            <a:off x="360214" y="845489"/>
            <a:ext cx="1704110" cy="325091"/>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n-US" altLang="zh-CN" sz="1400" dirty="0">
                <a:latin typeface="思源黑体" panose="020B0800000000000000" pitchFamily="34" charset="-122"/>
                <a:ea typeface="思源黑体" panose="020B0800000000000000" pitchFamily="34" charset="-122"/>
              </a:rPr>
              <a:t>8</a:t>
            </a:r>
            <a:r>
              <a:rPr lang="zh-CN" altLang="en-US" sz="1400" dirty="0" smtClean="0">
                <a:latin typeface="思源黑体" panose="020B0800000000000000" pitchFamily="34" charset="-122"/>
                <a:ea typeface="思源黑体" panose="020B0800000000000000" pitchFamily="34" charset="-122"/>
              </a:rPr>
              <a:t>、</a:t>
            </a:r>
            <a:r>
              <a:rPr lang="en-US" altLang="zh-CN" sz="1400" dirty="0" err="1">
                <a:latin typeface="思源黑体" panose="020B0800000000000000" pitchFamily="34" charset="-122"/>
                <a:ea typeface="思源黑体" panose="020B0800000000000000" pitchFamily="34" charset="-122"/>
              </a:rPr>
              <a:t>LongRun</a:t>
            </a:r>
            <a:endParaRPr lang="en-US" altLang="zh-CN" sz="1400" dirty="0" smtClean="0">
              <a:latin typeface="思源黑体" panose="020B0800000000000000" pitchFamily="34" charset="-122"/>
              <a:ea typeface="思源黑体" panose="020B0800000000000000" pitchFamily="34" charset="-122"/>
            </a:endParaRPr>
          </a:p>
        </p:txBody>
      </p:sp>
      <p:sp>
        <p:nvSpPr>
          <p:cNvPr id="9" name="圆角矩形 8"/>
          <p:cNvSpPr/>
          <p:nvPr/>
        </p:nvSpPr>
        <p:spPr>
          <a:xfrm>
            <a:off x="213357" y="5701684"/>
            <a:ext cx="2166855" cy="325091"/>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n-US" altLang="zh-CN" sz="1400" dirty="0" smtClean="0">
                <a:latin typeface="思源黑体" panose="020B0800000000000000" pitchFamily="34" charset="-122"/>
                <a:ea typeface="思源黑体" panose="020B0800000000000000" pitchFamily="34" charset="-122"/>
              </a:rPr>
              <a:t>9</a:t>
            </a:r>
            <a:r>
              <a:rPr lang="zh-CN" altLang="en-US" sz="1400" dirty="0" smtClean="0">
                <a:latin typeface="思源黑体" panose="020B0800000000000000" pitchFamily="34" charset="-122"/>
                <a:ea typeface="思源黑体" panose="020B0800000000000000" pitchFamily="34" charset="-122"/>
              </a:rPr>
              <a:t>、</a:t>
            </a:r>
            <a:r>
              <a:rPr lang="en-US" altLang="zh-CN" sz="1400" dirty="0" err="1">
                <a:latin typeface="思源黑体" panose="020B0800000000000000" pitchFamily="34" charset="-122"/>
                <a:ea typeface="思源黑体" panose="020B0800000000000000" pitchFamily="34" charset="-122"/>
              </a:rPr>
              <a:t>TransferAbnormal</a:t>
            </a:r>
            <a:endParaRPr lang="en-US" altLang="zh-CN" sz="1400" dirty="0" smtClean="0">
              <a:latin typeface="思源黑体" panose="020B0800000000000000" pitchFamily="34" charset="-122"/>
              <a:ea typeface="思源黑体" panose="020B0800000000000000" pitchFamily="34" charset="-122"/>
            </a:endParaRPr>
          </a:p>
        </p:txBody>
      </p:sp>
      <p:sp>
        <p:nvSpPr>
          <p:cNvPr id="10" name="文本框 9"/>
          <p:cNvSpPr txBox="1"/>
          <p:nvPr/>
        </p:nvSpPr>
        <p:spPr>
          <a:xfrm>
            <a:off x="102519" y="6063927"/>
            <a:ext cx="11651679" cy="338554"/>
          </a:xfrm>
          <a:prstGeom prst="rect">
            <a:avLst/>
          </a:prstGeom>
          <a:noFill/>
        </p:spPr>
        <p:txBody>
          <a:bodyPr wrap="square" rtlCol="0">
            <a:spAutoFit/>
          </a:bodyPr>
          <a:lstStyle/>
          <a:p>
            <a:r>
              <a:rPr lang="zh-CN" altLang="en-US" sz="1600" dirty="0" smtClean="0">
                <a:latin typeface="思源宋体" panose="02020700000000000000" pitchFamily="18" charset="-122"/>
                <a:ea typeface="思源宋体" panose="02020700000000000000" pitchFamily="18" charset="-122"/>
              </a:rPr>
              <a:t>抓取</a:t>
            </a:r>
            <a:r>
              <a:rPr lang="en-US" altLang="zh-CN" sz="1600" dirty="0" smtClean="0">
                <a:latin typeface="思源宋体" panose="02020700000000000000" pitchFamily="18" charset="-122"/>
                <a:ea typeface="思源宋体" panose="02020700000000000000" pitchFamily="18" charset="-122"/>
              </a:rPr>
              <a:t>PWEB</a:t>
            </a:r>
            <a:r>
              <a:rPr lang="zh-CN" altLang="en-US" sz="1600" dirty="0">
                <a:latin typeface="思源宋体" panose="02020700000000000000" pitchFamily="18" charset="-122"/>
                <a:ea typeface="思源宋体" panose="02020700000000000000" pitchFamily="18" charset="-122"/>
              </a:rPr>
              <a:t>天车</a:t>
            </a:r>
            <a:r>
              <a:rPr lang="zh-CN" altLang="en-US" sz="1600" dirty="0" smtClean="0">
                <a:latin typeface="思源宋体" panose="02020700000000000000" pitchFamily="18" charset="-122"/>
                <a:ea typeface="思源宋体" panose="02020700000000000000" pitchFamily="18" charset="-122"/>
              </a:rPr>
              <a:t>异常</a:t>
            </a:r>
            <a:r>
              <a:rPr lang="zh-CN" altLang="en-US" sz="1600" dirty="0">
                <a:latin typeface="思源宋体" panose="02020700000000000000" pitchFamily="18" charset="-122"/>
                <a:ea typeface="思源宋体" panose="02020700000000000000" pitchFamily="18" charset="-122"/>
              </a:rPr>
              <a:t>传送</a:t>
            </a:r>
            <a:r>
              <a:rPr lang="zh-CN" altLang="en-US" sz="1600" dirty="0" smtClean="0">
                <a:latin typeface="思源宋体" panose="02020700000000000000" pitchFamily="18" charset="-122"/>
                <a:ea typeface="思源宋体" panose="02020700000000000000" pitchFamily="18" charset="-122"/>
              </a:rPr>
              <a:t>数据中大于</a:t>
            </a:r>
            <a:r>
              <a:rPr lang="en-US" altLang="zh-CN" sz="1600" dirty="0" smtClean="0">
                <a:latin typeface="思源宋体" panose="02020700000000000000" pitchFamily="18" charset="-122"/>
                <a:ea typeface="思源宋体" panose="02020700000000000000" pitchFamily="18" charset="-122"/>
              </a:rPr>
              <a:t>15</a:t>
            </a:r>
            <a:r>
              <a:rPr lang="zh-CN" altLang="en-US" sz="1600" dirty="0" smtClean="0">
                <a:latin typeface="思源宋体" panose="02020700000000000000" pitchFamily="18" charset="-122"/>
                <a:ea typeface="思源宋体" panose="02020700000000000000" pitchFamily="18" charset="-122"/>
              </a:rPr>
              <a:t>分钟的传送</a:t>
            </a:r>
            <a:r>
              <a:rPr lang="en-US" altLang="zh-CN" sz="1600" dirty="0" smtClean="0">
                <a:latin typeface="思源宋体" panose="02020700000000000000" pitchFamily="18" charset="-122"/>
                <a:ea typeface="思源宋体" panose="02020700000000000000" pitchFamily="18" charset="-122"/>
              </a:rPr>
              <a:t>Lot</a:t>
            </a:r>
            <a:r>
              <a:rPr lang="zh-CN" altLang="en-US" sz="1600" dirty="0" smtClean="0">
                <a:latin typeface="思源宋体" panose="02020700000000000000" pitchFamily="18" charset="-122"/>
                <a:ea typeface="思源宋体" panose="02020700000000000000" pitchFamily="18" charset="-122"/>
              </a:rPr>
              <a:t>（非虚拟</a:t>
            </a:r>
            <a:r>
              <a:rPr lang="en-US" altLang="zh-CN" sz="1600" dirty="0" smtClean="0">
                <a:latin typeface="思源宋体" panose="02020700000000000000" pitchFamily="18" charset="-122"/>
                <a:ea typeface="思源宋体" panose="02020700000000000000" pitchFamily="18" charset="-122"/>
              </a:rPr>
              <a:t>Lot</a:t>
            </a:r>
            <a:r>
              <a:rPr lang="zh-CN" altLang="en-US" sz="1600" dirty="0" smtClean="0">
                <a:latin typeface="思源宋体" panose="02020700000000000000" pitchFamily="18" charset="-122"/>
                <a:ea typeface="思源宋体" panose="02020700000000000000" pitchFamily="18" charset="-122"/>
              </a:rPr>
              <a:t>）</a:t>
            </a:r>
          </a:p>
        </p:txBody>
      </p:sp>
      <p:graphicFrame>
        <p:nvGraphicFramePr>
          <p:cNvPr id="11" name="表格 10"/>
          <p:cNvGraphicFramePr>
            <a:graphicFrameLocks noGrp="1"/>
          </p:cNvGraphicFramePr>
          <p:nvPr>
            <p:extLst>
              <p:ext uri="{D42A27DB-BD31-4B8C-83A1-F6EECF244321}">
                <p14:modId xmlns:p14="http://schemas.microsoft.com/office/powerpoint/2010/main" val="505623290"/>
              </p:ext>
            </p:extLst>
          </p:nvPr>
        </p:nvGraphicFramePr>
        <p:xfrm>
          <a:off x="2380212" y="845489"/>
          <a:ext cx="9373985" cy="4541158"/>
        </p:xfrm>
        <a:graphic>
          <a:graphicData uri="http://schemas.openxmlformats.org/drawingml/2006/table">
            <a:tbl>
              <a:tblPr/>
              <a:tblGrid>
                <a:gridCol w="1088769">
                  <a:extLst>
                    <a:ext uri="{9D8B030D-6E8A-4147-A177-3AD203B41FA5}">
                      <a16:colId xmlns:a16="http://schemas.microsoft.com/office/drawing/2014/main" val="3192350590"/>
                    </a:ext>
                  </a:extLst>
                </a:gridCol>
                <a:gridCol w="1015128">
                  <a:extLst>
                    <a:ext uri="{9D8B030D-6E8A-4147-A177-3AD203B41FA5}">
                      <a16:colId xmlns:a16="http://schemas.microsoft.com/office/drawing/2014/main" val="1549326544"/>
                    </a:ext>
                  </a:extLst>
                </a:gridCol>
                <a:gridCol w="5524022">
                  <a:extLst>
                    <a:ext uri="{9D8B030D-6E8A-4147-A177-3AD203B41FA5}">
                      <a16:colId xmlns:a16="http://schemas.microsoft.com/office/drawing/2014/main" val="2098666457"/>
                    </a:ext>
                  </a:extLst>
                </a:gridCol>
                <a:gridCol w="1191761">
                  <a:extLst>
                    <a:ext uri="{9D8B030D-6E8A-4147-A177-3AD203B41FA5}">
                      <a16:colId xmlns:a16="http://schemas.microsoft.com/office/drawing/2014/main" val="2953198030"/>
                    </a:ext>
                  </a:extLst>
                </a:gridCol>
                <a:gridCol w="554305">
                  <a:extLst>
                    <a:ext uri="{9D8B030D-6E8A-4147-A177-3AD203B41FA5}">
                      <a16:colId xmlns:a16="http://schemas.microsoft.com/office/drawing/2014/main" val="1627436219"/>
                    </a:ext>
                  </a:extLst>
                </a:gridCol>
              </a:tblGrid>
              <a:tr h="394508">
                <a:tc>
                  <a:txBody>
                    <a:bodyPr/>
                    <a:lstStyle>
                      <a:lvl1pPr marL="0" algn="l" defTabSz="914400" rtl="0" eaLnBrk="1" latinLnBrk="0" hangingPunct="1">
                        <a:defRPr sz="1800" kern="1200">
                          <a:solidFill>
                            <a:schemeClr val="tx1"/>
                          </a:solidFill>
                          <a:latin typeface="等线"/>
                        </a:defRPr>
                      </a:lvl1pPr>
                      <a:lvl2pPr marL="457200" algn="l" defTabSz="914400" rtl="0" eaLnBrk="1" latinLnBrk="0" hangingPunct="1">
                        <a:defRPr sz="1800" kern="1200">
                          <a:solidFill>
                            <a:schemeClr val="tx1"/>
                          </a:solidFill>
                          <a:latin typeface="等线"/>
                        </a:defRPr>
                      </a:lvl2pPr>
                      <a:lvl3pPr marL="914400" algn="l" defTabSz="914400" rtl="0" eaLnBrk="1" latinLnBrk="0" hangingPunct="1">
                        <a:defRPr sz="1800" kern="1200">
                          <a:solidFill>
                            <a:schemeClr val="tx1"/>
                          </a:solidFill>
                          <a:latin typeface="等线"/>
                        </a:defRPr>
                      </a:lvl3pPr>
                      <a:lvl4pPr marL="1371600" algn="l" defTabSz="914400" rtl="0" eaLnBrk="1" latinLnBrk="0" hangingPunct="1">
                        <a:defRPr sz="1800" kern="1200">
                          <a:solidFill>
                            <a:schemeClr val="tx1"/>
                          </a:solidFill>
                          <a:latin typeface="等线"/>
                        </a:defRPr>
                      </a:lvl4pPr>
                      <a:lvl5pPr marL="1828800" algn="l" defTabSz="914400" rtl="0" eaLnBrk="1" latinLnBrk="0" hangingPunct="1">
                        <a:defRPr sz="1800" kern="1200">
                          <a:solidFill>
                            <a:schemeClr val="tx1"/>
                          </a:solidFill>
                          <a:latin typeface="等线"/>
                        </a:defRPr>
                      </a:lvl5pPr>
                      <a:lvl6pPr marL="2286000" algn="l" defTabSz="914400" rtl="0" eaLnBrk="1" latinLnBrk="0" hangingPunct="1">
                        <a:defRPr sz="1800" kern="1200">
                          <a:solidFill>
                            <a:schemeClr val="tx1"/>
                          </a:solidFill>
                          <a:latin typeface="等线"/>
                        </a:defRPr>
                      </a:lvl6pPr>
                      <a:lvl7pPr marL="2743200" algn="l" defTabSz="914400" rtl="0" eaLnBrk="1" latinLnBrk="0" hangingPunct="1">
                        <a:defRPr sz="1800" kern="1200">
                          <a:solidFill>
                            <a:schemeClr val="tx1"/>
                          </a:solidFill>
                          <a:latin typeface="等线"/>
                        </a:defRPr>
                      </a:lvl7pPr>
                      <a:lvl8pPr marL="3200400" algn="l" defTabSz="914400" rtl="0" eaLnBrk="1" latinLnBrk="0" hangingPunct="1">
                        <a:defRPr sz="1800" kern="1200">
                          <a:solidFill>
                            <a:schemeClr val="tx1"/>
                          </a:solidFill>
                          <a:latin typeface="等线"/>
                        </a:defRPr>
                      </a:lvl8pPr>
                      <a:lvl9pPr marL="3657600" algn="l" defTabSz="914400" rtl="0" eaLnBrk="1" latinLnBrk="0" hangingPunct="1">
                        <a:defRPr sz="1800" kern="1200">
                          <a:solidFill>
                            <a:schemeClr val="tx1"/>
                          </a:solidFill>
                          <a:latin typeface="等线"/>
                        </a:defRPr>
                      </a:lvl9pPr>
                    </a:lstStyle>
                    <a:p>
                      <a:pPr algn="ctr" rtl="0" fontAlgn="ctr"/>
                      <a:r>
                        <a:rPr lang="zh-CN" altLang="en-US" sz="1100" b="0" i="0" u="none" strike="noStrike" dirty="0">
                          <a:solidFill>
                            <a:srgbClr val="FFFFFF"/>
                          </a:solidFill>
                          <a:effectLst/>
                          <a:latin typeface="思源宋体" panose="02020400000000000000" pitchFamily="18" charset="-122"/>
                          <a:ea typeface="思源宋体" panose="02020400000000000000" pitchFamily="18" charset="-122"/>
                        </a:rPr>
                        <a:t>项目</a:t>
                      </a:r>
                    </a:p>
                  </a:txBody>
                  <a:tcPr marL="6391" marR="6391" marT="63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kern="1200">
                          <a:solidFill>
                            <a:schemeClr val="tx1"/>
                          </a:solidFill>
                          <a:latin typeface="等线"/>
                        </a:defRPr>
                      </a:lvl1pPr>
                      <a:lvl2pPr marL="457200" algn="l" defTabSz="914400" rtl="0" eaLnBrk="1" latinLnBrk="0" hangingPunct="1">
                        <a:defRPr sz="1800" kern="1200">
                          <a:solidFill>
                            <a:schemeClr val="tx1"/>
                          </a:solidFill>
                          <a:latin typeface="等线"/>
                        </a:defRPr>
                      </a:lvl2pPr>
                      <a:lvl3pPr marL="914400" algn="l" defTabSz="914400" rtl="0" eaLnBrk="1" latinLnBrk="0" hangingPunct="1">
                        <a:defRPr sz="1800" kern="1200">
                          <a:solidFill>
                            <a:schemeClr val="tx1"/>
                          </a:solidFill>
                          <a:latin typeface="等线"/>
                        </a:defRPr>
                      </a:lvl3pPr>
                      <a:lvl4pPr marL="1371600" algn="l" defTabSz="914400" rtl="0" eaLnBrk="1" latinLnBrk="0" hangingPunct="1">
                        <a:defRPr sz="1800" kern="1200">
                          <a:solidFill>
                            <a:schemeClr val="tx1"/>
                          </a:solidFill>
                          <a:latin typeface="等线"/>
                        </a:defRPr>
                      </a:lvl4pPr>
                      <a:lvl5pPr marL="1828800" algn="l" defTabSz="914400" rtl="0" eaLnBrk="1" latinLnBrk="0" hangingPunct="1">
                        <a:defRPr sz="1800" kern="1200">
                          <a:solidFill>
                            <a:schemeClr val="tx1"/>
                          </a:solidFill>
                          <a:latin typeface="等线"/>
                        </a:defRPr>
                      </a:lvl5pPr>
                      <a:lvl6pPr marL="2286000" algn="l" defTabSz="914400" rtl="0" eaLnBrk="1" latinLnBrk="0" hangingPunct="1">
                        <a:defRPr sz="1800" kern="1200">
                          <a:solidFill>
                            <a:schemeClr val="tx1"/>
                          </a:solidFill>
                          <a:latin typeface="等线"/>
                        </a:defRPr>
                      </a:lvl6pPr>
                      <a:lvl7pPr marL="2743200" algn="l" defTabSz="914400" rtl="0" eaLnBrk="1" latinLnBrk="0" hangingPunct="1">
                        <a:defRPr sz="1800" kern="1200">
                          <a:solidFill>
                            <a:schemeClr val="tx1"/>
                          </a:solidFill>
                          <a:latin typeface="等线"/>
                        </a:defRPr>
                      </a:lvl7pPr>
                      <a:lvl8pPr marL="3200400" algn="l" defTabSz="914400" rtl="0" eaLnBrk="1" latinLnBrk="0" hangingPunct="1">
                        <a:defRPr sz="1800" kern="1200">
                          <a:solidFill>
                            <a:schemeClr val="tx1"/>
                          </a:solidFill>
                          <a:latin typeface="等线"/>
                        </a:defRPr>
                      </a:lvl8pPr>
                      <a:lvl9pPr marL="3657600" algn="l" defTabSz="914400" rtl="0" eaLnBrk="1" latinLnBrk="0" hangingPunct="1">
                        <a:defRPr sz="1800" kern="1200">
                          <a:solidFill>
                            <a:schemeClr val="tx1"/>
                          </a:solidFill>
                          <a:latin typeface="等线"/>
                        </a:defRPr>
                      </a:lvl9pPr>
                    </a:lstStyle>
                    <a:p>
                      <a:pPr algn="ctr" rtl="0" fontAlgn="ctr"/>
                      <a:r>
                        <a:rPr lang="zh-CN" altLang="en-US" sz="1100" b="0" i="0" u="none" strike="noStrike">
                          <a:solidFill>
                            <a:srgbClr val="FFFFFF"/>
                          </a:solidFill>
                          <a:effectLst/>
                          <a:latin typeface="思源宋体" panose="02020400000000000000" pitchFamily="18" charset="-122"/>
                          <a:ea typeface="思源宋体" panose="02020400000000000000" pitchFamily="18" charset="-122"/>
                        </a:rPr>
                        <a:t>类型</a:t>
                      </a:r>
                    </a:p>
                  </a:txBody>
                  <a:tcPr marL="6391" marR="6391" marT="63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kern="1200">
                          <a:solidFill>
                            <a:schemeClr val="tx1"/>
                          </a:solidFill>
                          <a:latin typeface="等线"/>
                        </a:defRPr>
                      </a:lvl1pPr>
                      <a:lvl2pPr marL="457200" algn="l" defTabSz="914400" rtl="0" eaLnBrk="1" latinLnBrk="0" hangingPunct="1">
                        <a:defRPr sz="1800" kern="1200">
                          <a:solidFill>
                            <a:schemeClr val="tx1"/>
                          </a:solidFill>
                          <a:latin typeface="等线"/>
                        </a:defRPr>
                      </a:lvl2pPr>
                      <a:lvl3pPr marL="914400" algn="l" defTabSz="914400" rtl="0" eaLnBrk="1" latinLnBrk="0" hangingPunct="1">
                        <a:defRPr sz="1800" kern="1200">
                          <a:solidFill>
                            <a:schemeClr val="tx1"/>
                          </a:solidFill>
                          <a:latin typeface="等线"/>
                        </a:defRPr>
                      </a:lvl3pPr>
                      <a:lvl4pPr marL="1371600" algn="l" defTabSz="914400" rtl="0" eaLnBrk="1" latinLnBrk="0" hangingPunct="1">
                        <a:defRPr sz="1800" kern="1200">
                          <a:solidFill>
                            <a:schemeClr val="tx1"/>
                          </a:solidFill>
                          <a:latin typeface="等线"/>
                        </a:defRPr>
                      </a:lvl4pPr>
                      <a:lvl5pPr marL="1828800" algn="l" defTabSz="914400" rtl="0" eaLnBrk="1" latinLnBrk="0" hangingPunct="1">
                        <a:defRPr sz="1800" kern="1200">
                          <a:solidFill>
                            <a:schemeClr val="tx1"/>
                          </a:solidFill>
                          <a:latin typeface="等线"/>
                        </a:defRPr>
                      </a:lvl5pPr>
                      <a:lvl6pPr marL="2286000" algn="l" defTabSz="914400" rtl="0" eaLnBrk="1" latinLnBrk="0" hangingPunct="1">
                        <a:defRPr sz="1800" kern="1200">
                          <a:solidFill>
                            <a:schemeClr val="tx1"/>
                          </a:solidFill>
                          <a:latin typeface="等线"/>
                        </a:defRPr>
                      </a:lvl6pPr>
                      <a:lvl7pPr marL="2743200" algn="l" defTabSz="914400" rtl="0" eaLnBrk="1" latinLnBrk="0" hangingPunct="1">
                        <a:defRPr sz="1800" kern="1200">
                          <a:solidFill>
                            <a:schemeClr val="tx1"/>
                          </a:solidFill>
                          <a:latin typeface="等线"/>
                        </a:defRPr>
                      </a:lvl7pPr>
                      <a:lvl8pPr marL="3200400" algn="l" defTabSz="914400" rtl="0" eaLnBrk="1" latinLnBrk="0" hangingPunct="1">
                        <a:defRPr sz="1800" kern="1200">
                          <a:solidFill>
                            <a:schemeClr val="tx1"/>
                          </a:solidFill>
                          <a:latin typeface="等线"/>
                        </a:defRPr>
                      </a:lvl8pPr>
                      <a:lvl9pPr marL="3657600" algn="l" defTabSz="914400" rtl="0" eaLnBrk="1" latinLnBrk="0" hangingPunct="1">
                        <a:defRPr sz="1800" kern="1200">
                          <a:solidFill>
                            <a:schemeClr val="tx1"/>
                          </a:solidFill>
                          <a:latin typeface="等线"/>
                        </a:defRPr>
                      </a:lvl9pPr>
                    </a:lstStyle>
                    <a:p>
                      <a:pPr algn="ctr" rtl="0" fontAlgn="ctr"/>
                      <a:r>
                        <a:rPr lang="zh-CN" altLang="en-US" sz="1100" b="0" i="0" u="none" strike="noStrike" dirty="0">
                          <a:solidFill>
                            <a:srgbClr val="FFFFFF"/>
                          </a:solidFill>
                          <a:effectLst/>
                          <a:latin typeface="思源宋体" panose="02020400000000000000" pitchFamily="18" charset="-122"/>
                          <a:ea typeface="思源宋体" panose="02020400000000000000" pitchFamily="18" charset="-122"/>
                        </a:rPr>
                        <a:t>报警规格</a:t>
                      </a:r>
                    </a:p>
                  </a:txBody>
                  <a:tcPr marL="6391" marR="6391" marT="63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kern="1200">
                          <a:solidFill>
                            <a:schemeClr val="tx1"/>
                          </a:solidFill>
                          <a:latin typeface="等线"/>
                        </a:defRPr>
                      </a:lvl1pPr>
                      <a:lvl2pPr marL="457200" algn="l" defTabSz="914400" rtl="0" eaLnBrk="1" latinLnBrk="0" hangingPunct="1">
                        <a:defRPr sz="1800" kern="1200">
                          <a:solidFill>
                            <a:schemeClr val="tx1"/>
                          </a:solidFill>
                          <a:latin typeface="等线"/>
                        </a:defRPr>
                      </a:lvl2pPr>
                      <a:lvl3pPr marL="914400" algn="l" defTabSz="914400" rtl="0" eaLnBrk="1" latinLnBrk="0" hangingPunct="1">
                        <a:defRPr sz="1800" kern="1200">
                          <a:solidFill>
                            <a:schemeClr val="tx1"/>
                          </a:solidFill>
                          <a:latin typeface="等线"/>
                        </a:defRPr>
                      </a:lvl3pPr>
                      <a:lvl4pPr marL="1371600" algn="l" defTabSz="914400" rtl="0" eaLnBrk="1" latinLnBrk="0" hangingPunct="1">
                        <a:defRPr sz="1800" kern="1200">
                          <a:solidFill>
                            <a:schemeClr val="tx1"/>
                          </a:solidFill>
                          <a:latin typeface="等线"/>
                        </a:defRPr>
                      </a:lvl4pPr>
                      <a:lvl5pPr marL="1828800" algn="l" defTabSz="914400" rtl="0" eaLnBrk="1" latinLnBrk="0" hangingPunct="1">
                        <a:defRPr sz="1800" kern="1200">
                          <a:solidFill>
                            <a:schemeClr val="tx1"/>
                          </a:solidFill>
                          <a:latin typeface="等线"/>
                        </a:defRPr>
                      </a:lvl5pPr>
                      <a:lvl6pPr marL="2286000" algn="l" defTabSz="914400" rtl="0" eaLnBrk="1" latinLnBrk="0" hangingPunct="1">
                        <a:defRPr sz="1800" kern="1200">
                          <a:solidFill>
                            <a:schemeClr val="tx1"/>
                          </a:solidFill>
                          <a:latin typeface="等线"/>
                        </a:defRPr>
                      </a:lvl6pPr>
                      <a:lvl7pPr marL="2743200" algn="l" defTabSz="914400" rtl="0" eaLnBrk="1" latinLnBrk="0" hangingPunct="1">
                        <a:defRPr sz="1800" kern="1200">
                          <a:solidFill>
                            <a:schemeClr val="tx1"/>
                          </a:solidFill>
                          <a:latin typeface="等线"/>
                        </a:defRPr>
                      </a:lvl7pPr>
                      <a:lvl8pPr marL="3200400" algn="l" defTabSz="914400" rtl="0" eaLnBrk="1" latinLnBrk="0" hangingPunct="1">
                        <a:defRPr sz="1800" kern="1200">
                          <a:solidFill>
                            <a:schemeClr val="tx1"/>
                          </a:solidFill>
                          <a:latin typeface="等线"/>
                        </a:defRPr>
                      </a:lvl8pPr>
                      <a:lvl9pPr marL="3657600" algn="l" defTabSz="914400" rtl="0" eaLnBrk="1" latinLnBrk="0" hangingPunct="1">
                        <a:defRPr sz="1800" kern="1200">
                          <a:solidFill>
                            <a:schemeClr val="tx1"/>
                          </a:solidFill>
                          <a:latin typeface="等线"/>
                        </a:defRPr>
                      </a:lvl9pPr>
                    </a:lstStyle>
                    <a:p>
                      <a:pPr algn="ctr" rtl="0" fontAlgn="ctr"/>
                      <a:r>
                        <a:rPr lang="zh-CN" altLang="en-US" sz="1100" b="0" i="0" u="none" strike="noStrike">
                          <a:solidFill>
                            <a:srgbClr val="FFFFFF"/>
                          </a:solidFill>
                          <a:effectLst/>
                          <a:latin typeface="思源宋体" panose="02020400000000000000" pitchFamily="18" charset="-122"/>
                          <a:ea typeface="思源宋体" panose="02020400000000000000" pitchFamily="18" charset="-122"/>
                        </a:rPr>
                        <a:t>数据来源</a:t>
                      </a:r>
                    </a:p>
                  </a:txBody>
                  <a:tcPr marL="6391" marR="6391" marT="63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kern="1200">
                          <a:solidFill>
                            <a:schemeClr val="tx1"/>
                          </a:solidFill>
                          <a:latin typeface="等线"/>
                        </a:defRPr>
                      </a:lvl1pPr>
                      <a:lvl2pPr marL="457200" algn="l" defTabSz="914400" rtl="0" eaLnBrk="1" latinLnBrk="0" hangingPunct="1">
                        <a:defRPr sz="1800" kern="1200">
                          <a:solidFill>
                            <a:schemeClr val="tx1"/>
                          </a:solidFill>
                          <a:latin typeface="等线"/>
                        </a:defRPr>
                      </a:lvl2pPr>
                      <a:lvl3pPr marL="914400" algn="l" defTabSz="914400" rtl="0" eaLnBrk="1" latinLnBrk="0" hangingPunct="1">
                        <a:defRPr sz="1800" kern="1200">
                          <a:solidFill>
                            <a:schemeClr val="tx1"/>
                          </a:solidFill>
                          <a:latin typeface="等线"/>
                        </a:defRPr>
                      </a:lvl3pPr>
                      <a:lvl4pPr marL="1371600" algn="l" defTabSz="914400" rtl="0" eaLnBrk="1" latinLnBrk="0" hangingPunct="1">
                        <a:defRPr sz="1800" kern="1200">
                          <a:solidFill>
                            <a:schemeClr val="tx1"/>
                          </a:solidFill>
                          <a:latin typeface="等线"/>
                        </a:defRPr>
                      </a:lvl4pPr>
                      <a:lvl5pPr marL="1828800" algn="l" defTabSz="914400" rtl="0" eaLnBrk="1" latinLnBrk="0" hangingPunct="1">
                        <a:defRPr sz="1800" kern="1200">
                          <a:solidFill>
                            <a:schemeClr val="tx1"/>
                          </a:solidFill>
                          <a:latin typeface="等线"/>
                        </a:defRPr>
                      </a:lvl5pPr>
                      <a:lvl6pPr marL="2286000" algn="l" defTabSz="914400" rtl="0" eaLnBrk="1" latinLnBrk="0" hangingPunct="1">
                        <a:defRPr sz="1800" kern="1200">
                          <a:solidFill>
                            <a:schemeClr val="tx1"/>
                          </a:solidFill>
                          <a:latin typeface="等线"/>
                        </a:defRPr>
                      </a:lvl6pPr>
                      <a:lvl7pPr marL="2743200" algn="l" defTabSz="914400" rtl="0" eaLnBrk="1" latinLnBrk="0" hangingPunct="1">
                        <a:defRPr sz="1800" kern="1200">
                          <a:solidFill>
                            <a:schemeClr val="tx1"/>
                          </a:solidFill>
                          <a:latin typeface="等线"/>
                        </a:defRPr>
                      </a:lvl7pPr>
                      <a:lvl8pPr marL="3200400" algn="l" defTabSz="914400" rtl="0" eaLnBrk="1" latinLnBrk="0" hangingPunct="1">
                        <a:defRPr sz="1800" kern="1200">
                          <a:solidFill>
                            <a:schemeClr val="tx1"/>
                          </a:solidFill>
                          <a:latin typeface="等线"/>
                        </a:defRPr>
                      </a:lvl8pPr>
                      <a:lvl9pPr marL="3657600" algn="l" defTabSz="914400" rtl="0" eaLnBrk="1" latinLnBrk="0" hangingPunct="1">
                        <a:defRPr sz="1800" kern="1200">
                          <a:solidFill>
                            <a:schemeClr val="tx1"/>
                          </a:solidFill>
                          <a:latin typeface="等线"/>
                        </a:defRPr>
                      </a:lvl9pPr>
                    </a:lstStyle>
                    <a:p>
                      <a:pPr algn="ctr" rtl="0" fontAlgn="ctr"/>
                      <a:r>
                        <a:rPr lang="zh-CN" altLang="en-US" sz="1100" b="0" i="0" u="none" strike="noStrike" dirty="0">
                          <a:solidFill>
                            <a:srgbClr val="FFFFFF"/>
                          </a:solidFill>
                          <a:effectLst/>
                          <a:latin typeface="思源宋体" panose="02020400000000000000" pitchFamily="18" charset="-122"/>
                          <a:ea typeface="思源宋体" panose="02020400000000000000" pitchFamily="18" charset="-122"/>
                        </a:rPr>
                        <a:t>更新频率</a:t>
                      </a:r>
                    </a:p>
                  </a:txBody>
                  <a:tcPr marL="6391" marR="6391" marT="63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4472C4"/>
                    </a:solidFill>
                  </a:tcPr>
                </a:tc>
                <a:extLst>
                  <a:ext uri="{0D108BD9-81ED-4DB2-BD59-A6C34878D82A}">
                    <a16:rowId xmlns:a16="http://schemas.microsoft.com/office/drawing/2014/main" val="1916646126"/>
                  </a:ext>
                </a:extLst>
              </a:tr>
              <a:tr h="358339">
                <a:tc rowSpan="6">
                  <a:txBody>
                    <a:bodyPr/>
                    <a:lstStyle>
                      <a:lvl1pPr marL="0" algn="l" defTabSz="914400" rtl="0" eaLnBrk="1" latinLnBrk="0" hangingPunct="1">
                        <a:defRPr sz="1800" kern="1200">
                          <a:solidFill>
                            <a:schemeClr val="tx1"/>
                          </a:solidFill>
                          <a:latin typeface="等线"/>
                        </a:defRPr>
                      </a:lvl1pPr>
                      <a:lvl2pPr marL="457200" algn="l" defTabSz="914400" rtl="0" eaLnBrk="1" latinLnBrk="0" hangingPunct="1">
                        <a:defRPr sz="1800" kern="1200">
                          <a:solidFill>
                            <a:schemeClr val="tx1"/>
                          </a:solidFill>
                          <a:latin typeface="等线"/>
                        </a:defRPr>
                      </a:lvl2pPr>
                      <a:lvl3pPr marL="914400" algn="l" defTabSz="914400" rtl="0" eaLnBrk="1" latinLnBrk="0" hangingPunct="1">
                        <a:defRPr sz="1800" kern="1200">
                          <a:solidFill>
                            <a:schemeClr val="tx1"/>
                          </a:solidFill>
                          <a:latin typeface="等线"/>
                        </a:defRPr>
                      </a:lvl3pPr>
                      <a:lvl4pPr marL="1371600" algn="l" defTabSz="914400" rtl="0" eaLnBrk="1" latinLnBrk="0" hangingPunct="1">
                        <a:defRPr sz="1800" kern="1200">
                          <a:solidFill>
                            <a:schemeClr val="tx1"/>
                          </a:solidFill>
                          <a:latin typeface="等线"/>
                        </a:defRPr>
                      </a:lvl4pPr>
                      <a:lvl5pPr marL="1828800" algn="l" defTabSz="914400" rtl="0" eaLnBrk="1" latinLnBrk="0" hangingPunct="1">
                        <a:defRPr sz="1800" kern="1200">
                          <a:solidFill>
                            <a:schemeClr val="tx1"/>
                          </a:solidFill>
                          <a:latin typeface="等线"/>
                        </a:defRPr>
                      </a:lvl5pPr>
                      <a:lvl6pPr marL="2286000" algn="l" defTabSz="914400" rtl="0" eaLnBrk="1" latinLnBrk="0" hangingPunct="1">
                        <a:defRPr sz="1800" kern="1200">
                          <a:solidFill>
                            <a:schemeClr val="tx1"/>
                          </a:solidFill>
                          <a:latin typeface="等线"/>
                        </a:defRPr>
                      </a:lvl6pPr>
                      <a:lvl7pPr marL="2743200" algn="l" defTabSz="914400" rtl="0" eaLnBrk="1" latinLnBrk="0" hangingPunct="1">
                        <a:defRPr sz="1800" kern="1200">
                          <a:solidFill>
                            <a:schemeClr val="tx1"/>
                          </a:solidFill>
                          <a:latin typeface="等线"/>
                        </a:defRPr>
                      </a:lvl7pPr>
                      <a:lvl8pPr marL="3200400" algn="l" defTabSz="914400" rtl="0" eaLnBrk="1" latinLnBrk="0" hangingPunct="1">
                        <a:defRPr sz="1800" kern="1200">
                          <a:solidFill>
                            <a:schemeClr val="tx1"/>
                          </a:solidFill>
                          <a:latin typeface="等线"/>
                        </a:defRPr>
                      </a:lvl8pPr>
                      <a:lvl9pPr marL="3657600" algn="l" defTabSz="914400" rtl="0" eaLnBrk="1" latinLnBrk="0" hangingPunct="1">
                        <a:defRPr sz="1800" kern="1200">
                          <a:solidFill>
                            <a:schemeClr val="tx1"/>
                          </a:solidFill>
                          <a:latin typeface="等线"/>
                        </a:defRPr>
                      </a:lvl9pPr>
                    </a:lstStyle>
                    <a:p>
                      <a:pPr algn="ctr" rtl="0" fontAlgn="ctr"/>
                      <a:r>
                        <a:rPr lang="en-US" sz="1100" b="1" i="0" u="none" strike="noStrike" dirty="0" err="1">
                          <a:solidFill>
                            <a:srgbClr val="000000"/>
                          </a:solidFill>
                          <a:effectLst/>
                          <a:latin typeface="思源宋体" panose="02020400000000000000" pitchFamily="18" charset="-122"/>
                          <a:ea typeface="思源宋体" panose="02020400000000000000" pitchFamily="18" charset="-122"/>
                        </a:rPr>
                        <a:t>LongRun</a:t>
                      </a:r>
                      <a:r>
                        <a:rPr lang="en-US" sz="1100" b="1" i="0" u="none" strike="noStrike" dirty="0">
                          <a:solidFill>
                            <a:srgbClr val="000000"/>
                          </a:solidFill>
                          <a:effectLst/>
                          <a:latin typeface="思源宋体" panose="02020400000000000000" pitchFamily="18" charset="-122"/>
                          <a:ea typeface="思源宋体" panose="02020400000000000000" pitchFamily="18" charset="-122"/>
                        </a:rPr>
                        <a:t> </a:t>
                      </a:r>
                      <a:endParaRPr lang="en-US" sz="1100" b="1" i="0" u="none" strike="noStrike" dirty="0" smtClean="0">
                        <a:solidFill>
                          <a:srgbClr val="000000"/>
                        </a:solidFill>
                        <a:effectLst/>
                        <a:latin typeface="思源宋体" panose="02020400000000000000" pitchFamily="18" charset="-122"/>
                        <a:ea typeface="思源宋体" panose="02020400000000000000" pitchFamily="18" charset="-122"/>
                      </a:endParaRPr>
                    </a:p>
                    <a:p>
                      <a:pPr algn="ctr" rtl="0" fontAlgn="ctr"/>
                      <a:r>
                        <a:rPr lang="en-US" sz="1100" b="1" i="0" u="none" strike="noStrike" dirty="0" smtClean="0">
                          <a:solidFill>
                            <a:srgbClr val="000000"/>
                          </a:solidFill>
                          <a:effectLst/>
                          <a:latin typeface="思源宋体" panose="02020400000000000000" pitchFamily="18" charset="-122"/>
                          <a:ea typeface="思源宋体" panose="02020400000000000000" pitchFamily="18" charset="-122"/>
                        </a:rPr>
                        <a:t>Alarm </a:t>
                      </a:r>
                      <a:r>
                        <a:rPr lang="zh-CN" altLang="en-US" sz="1100" b="1" i="0" u="none" strike="noStrike" dirty="0">
                          <a:solidFill>
                            <a:srgbClr val="000000"/>
                          </a:solidFill>
                          <a:effectLst/>
                          <a:latin typeface="思源宋体" panose="02020400000000000000" pitchFamily="18" charset="-122"/>
                          <a:ea typeface="思源宋体" panose="02020400000000000000" pitchFamily="18" charset="-122"/>
                        </a:rPr>
                        <a:t>逻辑修正</a:t>
                      </a:r>
                    </a:p>
                  </a:txBody>
                  <a:tcPr marL="6391" marR="6391" marT="63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a:defRPr>
                      </a:lvl1pPr>
                      <a:lvl2pPr marL="457200" algn="l" defTabSz="914400" rtl="0" eaLnBrk="1" latinLnBrk="0" hangingPunct="1">
                        <a:defRPr sz="1800" kern="1200">
                          <a:solidFill>
                            <a:schemeClr val="tx1"/>
                          </a:solidFill>
                          <a:latin typeface="等线"/>
                        </a:defRPr>
                      </a:lvl2pPr>
                      <a:lvl3pPr marL="914400" algn="l" defTabSz="914400" rtl="0" eaLnBrk="1" latinLnBrk="0" hangingPunct="1">
                        <a:defRPr sz="1800" kern="1200">
                          <a:solidFill>
                            <a:schemeClr val="tx1"/>
                          </a:solidFill>
                          <a:latin typeface="等线"/>
                        </a:defRPr>
                      </a:lvl3pPr>
                      <a:lvl4pPr marL="1371600" algn="l" defTabSz="914400" rtl="0" eaLnBrk="1" latinLnBrk="0" hangingPunct="1">
                        <a:defRPr sz="1800" kern="1200">
                          <a:solidFill>
                            <a:schemeClr val="tx1"/>
                          </a:solidFill>
                          <a:latin typeface="等线"/>
                        </a:defRPr>
                      </a:lvl4pPr>
                      <a:lvl5pPr marL="1828800" algn="l" defTabSz="914400" rtl="0" eaLnBrk="1" latinLnBrk="0" hangingPunct="1">
                        <a:defRPr sz="1800" kern="1200">
                          <a:solidFill>
                            <a:schemeClr val="tx1"/>
                          </a:solidFill>
                          <a:latin typeface="等线"/>
                        </a:defRPr>
                      </a:lvl5pPr>
                      <a:lvl6pPr marL="2286000" algn="l" defTabSz="914400" rtl="0" eaLnBrk="1" latinLnBrk="0" hangingPunct="1">
                        <a:defRPr sz="1800" kern="1200">
                          <a:solidFill>
                            <a:schemeClr val="tx1"/>
                          </a:solidFill>
                          <a:latin typeface="等线"/>
                        </a:defRPr>
                      </a:lvl6pPr>
                      <a:lvl7pPr marL="2743200" algn="l" defTabSz="914400" rtl="0" eaLnBrk="1" latinLnBrk="0" hangingPunct="1">
                        <a:defRPr sz="1800" kern="1200">
                          <a:solidFill>
                            <a:schemeClr val="tx1"/>
                          </a:solidFill>
                          <a:latin typeface="等线"/>
                        </a:defRPr>
                      </a:lvl7pPr>
                      <a:lvl8pPr marL="3200400" algn="l" defTabSz="914400" rtl="0" eaLnBrk="1" latinLnBrk="0" hangingPunct="1">
                        <a:defRPr sz="1800" kern="1200">
                          <a:solidFill>
                            <a:schemeClr val="tx1"/>
                          </a:solidFill>
                          <a:latin typeface="等线"/>
                        </a:defRPr>
                      </a:lvl8pPr>
                      <a:lvl9pPr marL="3657600" algn="l" defTabSz="914400" rtl="0" eaLnBrk="1" latinLnBrk="0" hangingPunct="1">
                        <a:defRPr sz="1800" kern="1200">
                          <a:solidFill>
                            <a:schemeClr val="tx1"/>
                          </a:solidFill>
                          <a:latin typeface="等线"/>
                        </a:defRPr>
                      </a:lvl9pPr>
                    </a:lstStyle>
                    <a:p>
                      <a:pPr algn="ctr" rtl="0" fontAlgn="ctr"/>
                      <a:r>
                        <a:rPr lang="en-US" sz="1100" b="0" i="0" u="none" strike="noStrike" dirty="0">
                          <a:solidFill>
                            <a:srgbClr val="000000"/>
                          </a:solidFill>
                          <a:effectLst/>
                          <a:latin typeface="思源宋体" panose="02020400000000000000" pitchFamily="18" charset="-122"/>
                          <a:ea typeface="思源宋体" panose="02020400000000000000" pitchFamily="18" charset="-122"/>
                        </a:rPr>
                        <a:t>Batch</a:t>
                      </a:r>
                      <a:r>
                        <a:rPr lang="zh-CN" altLang="en-US" sz="1100" b="0" i="0" u="none" strike="noStrike" dirty="0">
                          <a:solidFill>
                            <a:srgbClr val="000000"/>
                          </a:solidFill>
                          <a:effectLst/>
                          <a:latin typeface="思源宋体" panose="02020400000000000000" pitchFamily="18" charset="-122"/>
                          <a:ea typeface="思源宋体" panose="02020400000000000000" pitchFamily="18" charset="-122"/>
                        </a:rPr>
                        <a:t>式机台</a:t>
                      </a:r>
                    </a:p>
                  </a:txBody>
                  <a:tcPr marL="6391" marR="6391" marT="63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a:defRPr>
                      </a:lvl1pPr>
                      <a:lvl2pPr marL="457200" algn="l" defTabSz="914400" rtl="0" eaLnBrk="1" latinLnBrk="0" hangingPunct="1">
                        <a:defRPr sz="1800" kern="1200">
                          <a:solidFill>
                            <a:schemeClr val="tx1"/>
                          </a:solidFill>
                          <a:latin typeface="等线"/>
                        </a:defRPr>
                      </a:lvl2pPr>
                      <a:lvl3pPr marL="914400" algn="l" defTabSz="914400" rtl="0" eaLnBrk="1" latinLnBrk="0" hangingPunct="1">
                        <a:defRPr sz="1800" kern="1200">
                          <a:solidFill>
                            <a:schemeClr val="tx1"/>
                          </a:solidFill>
                          <a:latin typeface="等线"/>
                        </a:defRPr>
                      </a:lvl3pPr>
                      <a:lvl4pPr marL="1371600" algn="l" defTabSz="914400" rtl="0" eaLnBrk="1" latinLnBrk="0" hangingPunct="1">
                        <a:defRPr sz="1800" kern="1200">
                          <a:solidFill>
                            <a:schemeClr val="tx1"/>
                          </a:solidFill>
                          <a:latin typeface="等线"/>
                        </a:defRPr>
                      </a:lvl4pPr>
                      <a:lvl5pPr marL="1828800" algn="l" defTabSz="914400" rtl="0" eaLnBrk="1" latinLnBrk="0" hangingPunct="1">
                        <a:defRPr sz="1800" kern="1200">
                          <a:solidFill>
                            <a:schemeClr val="tx1"/>
                          </a:solidFill>
                          <a:latin typeface="等线"/>
                        </a:defRPr>
                      </a:lvl5pPr>
                      <a:lvl6pPr marL="2286000" algn="l" defTabSz="914400" rtl="0" eaLnBrk="1" latinLnBrk="0" hangingPunct="1">
                        <a:defRPr sz="1800" kern="1200">
                          <a:solidFill>
                            <a:schemeClr val="tx1"/>
                          </a:solidFill>
                          <a:latin typeface="等线"/>
                        </a:defRPr>
                      </a:lvl6pPr>
                      <a:lvl7pPr marL="2743200" algn="l" defTabSz="914400" rtl="0" eaLnBrk="1" latinLnBrk="0" hangingPunct="1">
                        <a:defRPr sz="1800" kern="1200">
                          <a:solidFill>
                            <a:schemeClr val="tx1"/>
                          </a:solidFill>
                          <a:latin typeface="等线"/>
                        </a:defRPr>
                      </a:lvl7pPr>
                      <a:lvl8pPr marL="3200400" algn="l" defTabSz="914400" rtl="0" eaLnBrk="1" latinLnBrk="0" hangingPunct="1">
                        <a:defRPr sz="1800" kern="1200">
                          <a:solidFill>
                            <a:schemeClr val="tx1"/>
                          </a:solidFill>
                          <a:latin typeface="等线"/>
                        </a:defRPr>
                      </a:lvl8pPr>
                      <a:lvl9pPr marL="3657600" algn="l" defTabSz="914400" rtl="0" eaLnBrk="1" latinLnBrk="0" hangingPunct="1">
                        <a:defRPr sz="1800" kern="1200">
                          <a:solidFill>
                            <a:schemeClr val="tx1"/>
                          </a:solidFill>
                          <a:latin typeface="等线"/>
                        </a:defRPr>
                      </a:lvl9pPr>
                    </a:lstStyle>
                    <a:p>
                      <a:pPr algn="l" rtl="0" fontAlgn="t"/>
                      <a:r>
                        <a:rPr lang="en-US" sz="1100" b="0" i="0" u="none" strike="noStrike" dirty="0">
                          <a:solidFill>
                            <a:srgbClr val="000000"/>
                          </a:solidFill>
                          <a:effectLst/>
                          <a:latin typeface="思源宋体" panose="02020400000000000000" pitchFamily="18" charset="-122"/>
                          <a:ea typeface="思源宋体" panose="02020400000000000000" pitchFamily="18" charset="-122"/>
                        </a:rPr>
                        <a:t>LEMS </a:t>
                      </a:r>
                      <a:r>
                        <a:rPr lang="en-US" sz="1100" b="0" i="0" u="none" strike="noStrike" dirty="0" err="1">
                          <a:solidFill>
                            <a:srgbClr val="000000"/>
                          </a:solidFill>
                          <a:effectLst/>
                          <a:latin typeface="思源宋体" panose="02020400000000000000" pitchFamily="18" charset="-122"/>
                          <a:ea typeface="思源宋体" panose="02020400000000000000" pitchFamily="18" charset="-122"/>
                        </a:rPr>
                        <a:t>上Forecast</a:t>
                      </a:r>
                      <a:r>
                        <a:rPr lang="en-US" sz="1100" b="0" i="0" u="none" strike="noStrike" dirty="0">
                          <a:solidFill>
                            <a:srgbClr val="000000"/>
                          </a:solidFill>
                          <a:effectLst/>
                          <a:latin typeface="思源宋体" panose="02020400000000000000" pitchFamily="18" charset="-122"/>
                          <a:ea typeface="思源宋体" panose="02020400000000000000" pitchFamily="18" charset="-122"/>
                        </a:rPr>
                        <a:t> </a:t>
                      </a:r>
                      <a:r>
                        <a:rPr lang="en-US" sz="1100" b="0" i="0" u="none" strike="noStrike" dirty="0" smtClean="0">
                          <a:solidFill>
                            <a:srgbClr val="000000"/>
                          </a:solidFill>
                          <a:effectLst/>
                          <a:latin typeface="思源宋体" panose="02020400000000000000" pitchFamily="18" charset="-122"/>
                          <a:ea typeface="思源宋体" panose="02020400000000000000" pitchFamily="18" charset="-122"/>
                        </a:rPr>
                        <a:t>Complete</a:t>
                      </a:r>
                      <a:r>
                        <a:rPr lang="en-US" sz="1100" b="0" i="0" u="none" strike="noStrike" baseline="0" dirty="0" smtClean="0">
                          <a:solidFill>
                            <a:srgbClr val="000000"/>
                          </a:solidFill>
                          <a:effectLst/>
                          <a:latin typeface="思源宋体" panose="02020400000000000000" pitchFamily="18" charset="-122"/>
                          <a:ea typeface="思源宋体" panose="02020400000000000000" pitchFamily="18" charset="-122"/>
                        </a:rPr>
                        <a:t> T</a:t>
                      </a:r>
                      <a:r>
                        <a:rPr lang="en-US" sz="1100" b="0" i="0" u="none" strike="noStrike" dirty="0" smtClean="0">
                          <a:solidFill>
                            <a:srgbClr val="000000"/>
                          </a:solidFill>
                          <a:effectLst/>
                          <a:latin typeface="思源宋体" panose="02020400000000000000" pitchFamily="18" charset="-122"/>
                          <a:ea typeface="思源宋体" panose="02020400000000000000" pitchFamily="18" charset="-122"/>
                        </a:rPr>
                        <a:t>ime</a:t>
                      </a:r>
                      <a:r>
                        <a:rPr lang="en-US" sz="1100" b="0" i="0" u="none" strike="noStrike" baseline="0" dirty="0" smtClean="0">
                          <a:solidFill>
                            <a:srgbClr val="000000"/>
                          </a:solidFill>
                          <a:effectLst/>
                          <a:latin typeface="思源宋体" panose="02020400000000000000" pitchFamily="18" charset="-122"/>
                          <a:ea typeface="思源宋体" panose="02020400000000000000" pitchFamily="18" charset="-122"/>
                        </a:rPr>
                        <a:t> F*</a:t>
                      </a:r>
                      <a:r>
                        <a:rPr lang="zh-CN" altLang="en-US" sz="1100" b="0" i="0" u="none" strike="noStrike" baseline="0" dirty="0" smtClean="0">
                          <a:solidFill>
                            <a:srgbClr val="000000"/>
                          </a:solidFill>
                          <a:effectLst/>
                          <a:latin typeface="思源宋体" panose="02020400000000000000" pitchFamily="18" charset="-122"/>
                          <a:ea typeface="思源宋体" panose="02020400000000000000" pitchFamily="18" charset="-122"/>
                        </a:rPr>
                        <a:t>机台加</a:t>
                      </a:r>
                      <a:r>
                        <a:rPr lang="en-US" sz="1100" b="0" i="0" u="none" strike="noStrike" dirty="0" smtClean="0">
                          <a:solidFill>
                            <a:srgbClr val="000000"/>
                          </a:solidFill>
                          <a:effectLst/>
                          <a:latin typeface="思源宋体" panose="02020400000000000000" pitchFamily="18" charset="-122"/>
                          <a:ea typeface="思源宋体" panose="02020400000000000000" pitchFamily="18" charset="-122"/>
                        </a:rPr>
                        <a:t>0.5H</a:t>
                      </a:r>
                      <a:r>
                        <a:rPr lang="zh-CN" altLang="en-US" sz="1100" b="0" i="0" u="none" strike="noStrike" dirty="0" smtClean="0">
                          <a:solidFill>
                            <a:srgbClr val="000000"/>
                          </a:solidFill>
                          <a:effectLst/>
                          <a:latin typeface="思源宋体" panose="02020400000000000000" pitchFamily="18" charset="-122"/>
                          <a:ea typeface="思源宋体" panose="02020400000000000000" pitchFamily="18" charset="-122"/>
                        </a:rPr>
                        <a:t>，</a:t>
                      </a:r>
                      <a:r>
                        <a:rPr lang="en-US" altLang="zh-CN" sz="1100" b="0" i="0" u="none" strike="noStrike" dirty="0" smtClean="0">
                          <a:solidFill>
                            <a:srgbClr val="000000"/>
                          </a:solidFill>
                          <a:effectLst/>
                          <a:latin typeface="思源宋体" panose="02020400000000000000" pitchFamily="18" charset="-122"/>
                          <a:ea typeface="思源宋体" panose="02020400000000000000" pitchFamily="18" charset="-122"/>
                        </a:rPr>
                        <a:t>W*</a:t>
                      </a:r>
                      <a:r>
                        <a:rPr lang="zh-CN" altLang="en-US" sz="1100" b="0" i="0" u="none" strike="noStrike" dirty="0" smtClean="0">
                          <a:solidFill>
                            <a:srgbClr val="000000"/>
                          </a:solidFill>
                          <a:effectLst/>
                          <a:latin typeface="思源宋体" panose="02020400000000000000" pitchFamily="18" charset="-122"/>
                          <a:ea typeface="思源宋体" panose="02020400000000000000" pitchFamily="18" charset="-122"/>
                        </a:rPr>
                        <a:t>机台加</a:t>
                      </a:r>
                      <a:r>
                        <a:rPr lang="en-US" altLang="zh-CN" sz="1100" b="0" i="0" u="none" strike="noStrike" dirty="0" smtClean="0">
                          <a:solidFill>
                            <a:srgbClr val="000000"/>
                          </a:solidFill>
                          <a:effectLst/>
                          <a:latin typeface="思源宋体" panose="02020400000000000000" pitchFamily="18" charset="-122"/>
                          <a:ea typeface="思源宋体" panose="02020400000000000000" pitchFamily="18" charset="-122"/>
                        </a:rPr>
                        <a:t>1H</a:t>
                      </a:r>
                      <a:endParaRPr lang="en-US" sz="1100" b="0" i="0" u="none" strike="noStrike" dirty="0">
                        <a:solidFill>
                          <a:srgbClr val="000000"/>
                        </a:solidFill>
                        <a:effectLst/>
                        <a:latin typeface="思源宋体" panose="02020400000000000000" pitchFamily="18" charset="-122"/>
                        <a:ea typeface="思源宋体" panose="02020400000000000000" pitchFamily="18" charset="-122"/>
                      </a:endParaRPr>
                    </a:p>
                  </a:txBody>
                  <a:tcPr marL="6391" marR="6391" marT="63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rowSpan="6">
                  <a:txBody>
                    <a:bodyPr/>
                    <a:lstStyle>
                      <a:lvl1pPr marL="0" algn="l" defTabSz="914400" rtl="0" eaLnBrk="1" latinLnBrk="0" hangingPunct="1">
                        <a:defRPr sz="1800" kern="1200">
                          <a:solidFill>
                            <a:schemeClr val="tx1"/>
                          </a:solidFill>
                          <a:latin typeface="等线"/>
                        </a:defRPr>
                      </a:lvl1pPr>
                      <a:lvl2pPr marL="457200" algn="l" defTabSz="914400" rtl="0" eaLnBrk="1" latinLnBrk="0" hangingPunct="1">
                        <a:defRPr sz="1800" kern="1200">
                          <a:solidFill>
                            <a:schemeClr val="tx1"/>
                          </a:solidFill>
                          <a:latin typeface="等线"/>
                        </a:defRPr>
                      </a:lvl2pPr>
                      <a:lvl3pPr marL="914400" algn="l" defTabSz="914400" rtl="0" eaLnBrk="1" latinLnBrk="0" hangingPunct="1">
                        <a:defRPr sz="1800" kern="1200">
                          <a:solidFill>
                            <a:schemeClr val="tx1"/>
                          </a:solidFill>
                          <a:latin typeface="等线"/>
                        </a:defRPr>
                      </a:lvl3pPr>
                      <a:lvl4pPr marL="1371600" algn="l" defTabSz="914400" rtl="0" eaLnBrk="1" latinLnBrk="0" hangingPunct="1">
                        <a:defRPr sz="1800" kern="1200">
                          <a:solidFill>
                            <a:schemeClr val="tx1"/>
                          </a:solidFill>
                          <a:latin typeface="等线"/>
                        </a:defRPr>
                      </a:lvl4pPr>
                      <a:lvl5pPr marL="1828800" algn="l" defTabSz="914400" rtl="0" eaLnBrk="1" latinLnBrk="0" hangingPunct="1">
                        <a:defRPr sz="1800" kern="1200">
                          <a:solidFill>
                            <a:schemeClr val="tx1"/>
                          </a:solidFill>
                          <a:latin typeface="等线"/>
                        </a:defRPr>
                      </a:lvl5pPr>
                      <a:lvl6pPr marL="2286000" algn="l" defTabSz="914400" rtl="0" eaLnBrk="1" latinLnBrk="0" hangingPunct="1">
                        <a:defRPr sz="1800" kern="1200">
                          <a:solidFill>
                            <a:schemeClr val="tx1"/>
                          </a:solidFill>
                          <a:latin typeface="等线"/>
                        </a:defRPr>
                      </a:lvl6pPr>
                      <a:lvl7pPr marL="2743200" algn="l" defTabSz="914400" rtl="0" eaLnBrk="1" latinLnBrk="0" hangingPunct="1">
                        <a:defRPr sz="1800" kern="1200">
                          <a:solidFill>
                            <a:schemeClr val="tx1"/>
                          </a:solidFill>
                          <a:latin typeface="等线"/>
                        </a:defRPr>
                      </a:lvl7pPr>
                      <a:lvl8pPr marL="3200400" algn="l" defTabSz="914400" rtl="0" eaLnBrk="1" latinLnBrk="0" hangingPunct="1">
                        <a:defRPr sz="1800" kern="1200">
                          <a:solidFill>
                            <a:schemeClr val="tx1"/>
                          </a:solidFill>
                          <a:latin typeface="等线"/>
                        </a:defRPr>
                      </a:lvl8pPr>
                      <a:lvl9pPr marL="3657600" algn="l" defTabSz="914400" rtl="0" eaLnBrk="1" latinLnBrk="0" hangingPunct="1">
                        <a:defRPr sz="1800" kern="1200">
                          <a:solidFill>
                            <a:schemeClr val="tx1"/>
                          </a:solidFill>
                          <a:latin typeface="等线"/>
                        </a:defRPr>
                      </a:lvl9pPr>
                    </a:lstStyle>
                    <a:p>
                      <a:pPr algn="ctr" rtl="0" fontAlgn="ctr"/>
                      <a:r>
                        <a:rPr lang="en-US" sz="1100" b="0" i="0" u="none" strike="noStrike" dirty="0">
                          <a:solidFill>
                            <a:srgbClr val="000000"/>
                          </a:solidFill>
                          <a:effectLst/>
                          <a:latin typeface="思源宋体" panose="02020400000000000000" pitchFamily="18" charset="-122"/>
                          <a:ea typeface="思源宋体" panose="02020400000000000000" pitchFamily="18" charset="-122"/>
                        </a:rPr>
                        <a:t>LEMS </a:t>
                      </a:r>
                      <a:r>
                        <a:rPr lang="en-US" sz="1100" b="0" i="0" u="none" strike="noStrike" dirty="0" smtClean="0">
                          <a:solidFill>
                            <a:srgbClr val="000000"/>
                          </a:solidFill>
                          <a:effectLst/>
                          <a:latin typeface="思源宋体" panose="02020400000000000000" pitchFamily="18" charset="-122"/>
                          <a:ea typeface="思源宋体" panose="02020400000000000000" pitchFamily="18" charset="-122"/>
                        </a:rPr>
                        <a:t>by </a:t>
                      </a:r>
                      <a:r>
                        <a:rPr lang="en-US" sz="1100" b="0" i="0" u="none" strike="noStrike" dirty="0">
                          <a:solidFill>
                            <a:srgbClr val="000000"/>
                          </a:solidFill>
                          <a:effectLst/>
                          <a:latin typeface="思源宋体" panose="02020400000000000000" pitchFamily="18" charset="-122"/>
                          <a:ea typeface="思源宋体" panose="02020400000000000000" pitchFamily="18" charset="-122"/>
                        </a:rPr>
                        <a:t>wafer run</a:t>
                      </a:r>
                      <a:r>
                        <a:rPr lang="zh-CN" altLang="en-US" sz="1100" b="0" i="0" u="none" strike="noStrike" dirty="0">
                          <a:solidFill>
                            <a:srgbClr val="000000"/>
                          </a:solidFill>
                          <a:effectLst/>
                          <a:latin typeface="思源宋体" panose="02020400000000000000" pitchFamily="18" charset="-122"/>
                          <a:ea typeface="思源宋体" panose="02020400000000000000" pitchFamily="18" charset="-122"/>
                        </a:rPr>
                        <a:t>货数据</a:t>
                      </a:r>
                    </a:p>
                  </a:txBody>
                  <a:tcPr marL="6391" marR="6391" marT="63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rowSpan="6">
                  <a:txBody>
                    <a:bodyPr/>
                    <a:lstStyle>
                      <a:lvl1pPr marL="0" algn="l" defTabSz="914400" rtl="0" eaLnBrk="1" latinLnBrk="0" hangingPunct="1">
                        <a:defRPr sz="1800" kern="1200">
                          <a:solidFill>
                            <a:schemeClr val="tx1"/>
                          </a:solidFill>
                          <a:latin typeface="等线"/>
                        </a:defRPr>
                      </a:lvl1pPr>
                      <a:lvl2pPr marL="457200" algn="l" defTabSz="914400" rtl="0" eaLnBrk="1" latinLnBrk="0" hangingPunct="1">
                        <a:defRPr sz="1800" kern="1200">
                          <a:solidFill>
                            <a:schemeClr val="tx1"/>
                          </a:solidFill>
                          <a:latin typeface="等线"/>
                        </a:defRPr>
                      </a:lvl2pPr>
                      <a:lvl3pPr marL="914400" algn="l" defTabSz="914400" rtl="0" eaLnBrk="1" latinLnBrk="0" hangingPunct="1">
                        <a:defRPr sz="1800" kern="1200">
                          <a:solidFill>
                            <a:schemeClr val="tx1"/>
                          </a:solidFill>
                          <a:latin typeface="等线"/>
                        </a:defRPr>
                      </a:lvl3pPr>
                      <a:lvl4pPr marL="1371600" algn="l" defTabSz="914400" rtl="0" eaLnBrk="1" latinLnBrk="0" hangingPunct="1">
                        <a:defRPr sz="1800" kern="1200">
                          <a:solidFill>
                            <a:schemeClr val="tx1"/>
                          </a:solidFill>
                          <a:latin typeface="等线"/>
                        </a:defRPr>
                      </a:lvl4pPr>
                      <a:lvl5pPr marL="1828800" algn="l" defTabSz="914400" rtl="0" eaLnBrk="1" latinLnBrk="0" hangingPunct="1">
                        <a:defRPr sz="1800" kern="1200">
                          <a:solidFill>
                            <a:schemeClr val="tx1"/>
                          </a:solidFill>
                          <a:latin typeface="等线"/>
                        </a:defRPr>
                      </a:lvl5pPr>
                      <a:lvl6pPr marL="2286000" algn="l" defTabSz="914400" rtl="0" eaLnBrk="1" latinLnBrk="0" hangingPunct="1">
                        <a:defRPr sz="1800" kern="1200">
                          <a:solidFill>
                            <a:schemeClr val="tx1"/>
                          </a:solidFill>
                          <a:latin typeface="等线"/>
                        </a:defRPr>
                      </a:lvl6pPr>
                      <a:lvl7pPr marL="2743200" algn="l" defTabSz="914400" rtl="0" eaLnBrk="1" latinLnBrk="0" hangingPunct="1">
                        <a:defRPr sz="1800" kern="1200">
                          <a:solidFill>
                            <a:schemeClr val="tx1"/>
                          </a:solidFill>
                          <a:latin typeface="等线"/>
                        </a:defRPr>
                      </a:lvl7pPr>
                      <a:lvl8pPr marL="3200400" algn="l" defTabSz="914400" rtl="0" eaLnBrk="1" latinLnBrk="0" hangingPunct="1">
                        <a:defRPr sz="1800" kern="1200">
                          <a:solidFill>
                            <a:schemeClr val="tx1"/>
                          </a:solidFill>
                          <a:latin typeface="等线"/>
                        </a:defRPr>
                      </a:lvl8pPr>
                      <a:lvl9pPr marL="3657600" algn="l" defTabSz="914400" rtl="0" eaLnBrk="1" latinLnBrk="0" hangingPunct="1">
                        <a:defRPr sz="1800" kern="1200">
                          <a:solidFill>
                            <a:schemeClr val="tx1"/>
                          </a:solidFill>
                          <a:latin typeface="等线"/>
                        </a:defRPr>
                      </a:lvl9pPr>
                    </a:lstStyle>
                    <a:p>
                      <a:pPr algn="ctr" rtl="0" fontAlgn="ctr"/>
                      <a:r>
                        <a:rPr lang="en-US" sz="1100" b="0" i="0" u="none" strike="noStrike">
                          <a:solidFill>
                            <a:srgbClr val="000000"/>
                          </a:solidFill>
                          <a:effectLst/>
                          <a:latin typeface="思源宋体" panose="02020400000000000000" pitchFamily="18" charset="-122"/>
                          <a:ea typeface="思源宋体" panose="02020400000000000000" pitchFamily="18" charset="-122"/>
                        </a:rPr>
                        <a:t>5min</a:t>
                      </a:r>
                    </a:p>
                  </a:txBody>
                  <a:tcPr marL="6391" marR="6391" marT="63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3144798"/>
                  </a:ext>
                </a:extLst>
              </a:tr>
              <a:tr h="218541">
                <a:tc vMerge="1">
                  <a:txBody>
                    <a:bodyPr/>
                    <a:lstStyle/>
                    <a:p>
                      <a:endParaRPr lang="zh-CN" altLang="en-US"/>
                    </a:p>
                  </a:txBody>
                  <a:tcPr/>
                </a:tc>
                <a:tc>
                  <a:txBody>
                    <a:bodyPr/>
                    <a:lstStyle>
                      <a:lvl1pPr marL="0" algn="l" defTabSz="914400" rtl="0" eaLnBrk="1" latinLnBrk="0" hangingPunct="1">
                        <a:defRPr sz="1800" kern="1200">
                          <a:solidFill>
                            <a:schemeClr val="tx1"/>
                          </a:solidFill>
                          <a:latin typeface="等线"/>
                        </a:defRPr>
                      </a:lvl1pPr>
                      <a:lvl2pPr marL="457200" algn="l" defTabSz="914400" rtl="0" eaLnBrk="1" latinLnBrk="0" hangingPunct="1">
                        <a:defRPr sz="1800" kern="1200">
                          <a:solidFill>
                            <a:schemeClr val="tx1"/>
                          </a:solidFill>
                          <a:latin typeface="等线"/>
                        </a:defRPr>
                      </a:lvl2pPr>
                      <a:lvl3pPr marL="914400" algn="l" defTabSz="914400" rtl="0" eaLnBrk="1" latinLnBrk="0" hangingPunct="1">
                        <a:defRPr sz="1800" kern="1200">
                          <a:solidFill>
                            <a:schemeClr val="tx1"/>
                          </a:solidFill>
                          <a:latin typeface="等线"/>
                        </a:defRPr>
                      </a:lvl3pPr>
                      <a:lvl4pPr marL="1371600" algn="l" defTabSz="914400" rtl="0" eaLnBrk="1" latinLnBrk="0" hangingPunct="1">
                        <a:defRPr sz="1800" kern="1200">
                          <a:solidFill>
                            <a:schemeClr val="tx1"/>
                          </a:solidFill>
                          <a:latin typeface="等线"/>
                        </a:defRPr>
                      </a:lvl4pPr>
                      <a:lvl5pPr marL="1828800" algn="l" defTabSz="914400" rtl="0" eaLnBrk="1" latinLnBrk="0" hangingPunct="1">
                        <a:defRPr sz="1800" kern="1200">
                          <a:solidFill>
                            <a:schemeClr val="tx1"/>
                          </a:solidFill>
                          <a:latin typeface="等线"/>
                        </a:defRPr>
                      </a:lvl5pPr>
                      <a:lvl6pPr marL="2286000" algn="l" defTabSz="914400" rtl="0" eaLnBrk="1" latinLnBrk="0" hangingPunct="1">
                        <a:defRPr sz="1800" kern="1200">
                          <a:solidFill>
                            <a:schemeClr val="tx1"/>
                          </a:solidFill>
                          <a:latin typeface="等线"/>
                        </a:defRPr>
                      </a:lvl6pPr>
                      <a:lvl7pPr marL="2743200" algn="l" defTabSz="914400" rtl="0" eaLnBrk="1" latinLnBrk="0" hangingPunct="1">
                        <a:defRPr sz="1800" kern="1200">
                          <a:solidFill>
                            <a:schemeClr val="tx1"/>
                          </a:solidFill>
                          <a:latin typeface="等线"/>
                        </a:defRPr>
                      </a:lvl7pPr>
                      <a:lvl8pPr marL="3200400" algn="l" defTabSz="914400" rtl="0" eaLnBrk="1" latinLnBrk="0" hangingPunct="1">
                        <a:defRPr sz="1800" kern="1200">
                          <a:solidFill>
                            <a:schemeClr val="tx1"/>
                          </a:solidFill>
                          <a:latin typeface="等线"/>
                        </a:defRPr>
                      </a:lvl8pPr>
                      <a:lvl9pPr marL="3657600" algn="l" defTabSz="914400" rtl="0" eaLnBrk="1" latinLnBrk="0" hangingPunct="1">
                        <a:defRPr sz="1800" kern="1200">
                          <a:solidFill>
                            <a:schemeClr val="tx1"/>
                          </a:solidFill>
                          <a:latin typeface="等线"/>
                        </a:defRPr>
                      </a:lvl9pPr>
                    </a:lstStyle>
                    <a:p>
                      <a:pPr algn="ctr" rtl="0" fontAlgn="ctr"/>
                      <a:r>
                        <a:rPr lang="en-US" altLang="zh-CN" sz="1100" b="0" i="0" u="none" strike="noStrike" kern="1200" dirty="0" smtClean="0">
                          <a:solidFill>
                            <a:srgbClr val="000000"/>
                          </a:solidFill>
                          <a:effectLst/>
                          <a:latin typeface="思源宋体" panose="02020400000000000000" pitchFamily="18" charset="-122"/>
                          <a:ea typeface="思源宋体" panose="02020400000000000000" pitchFamily="18" charset="-122"/>
                          <a:cs typeface="+mn-cs"/>
                        </a:rPr>
                        <a:t>IMP</a:t>
                      </a:r>
                      <a:endParaRPr lang="zh-CN" altLang="en-US" sz="1100" b="0" i="0" u="none" strike="noStrike" kern="1200" dirty="0">
                        <a:solidFill>
                          <a:srgbClr val="000000"/>
                        </a:solidFill>
                        <a:effectLst/>
                        <a:latin typeface="思源宋体" panose="02020400000000000000" pitchFamily="18" charset="-122"/>
                        <a:ea typeface="思源宋体" panose="02020400000000000000" pitchFamily="18" charset="-122"/>
                        <a:cs typeface="+mn-cs"/>
                      </a:endParaRPr>
                    </a:p>
                  </a:txBody>
                  <a:tcPr marL="6391" marR="6391" marT="63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a:defRPr>
                      </a:lvl1pPr>
                      <a:lvl2pPr marL="457200" algn="l" defTabSz="914400" rtl="0" eaLnBrk="1" latinLnBrk="0" hangingPunct="1">
                        <a:defRPr sz="1800" kern="1200">
                          <a:solidFill>
                            <a:schemeClr val="tx1"/>
                          </a:solidFill>
                          <a:latin typeface="等线"/>
                        </a:defRPr>
                      </a:lvl2pPr>
                      <a:lvl3pPr marL="914400" algn="l" defTabSz="914400" rtl="0" eaLnBrk="1" latinLnBrk="0" hangingPunct="1">
                        <a:defRPr sz="1800" kern="1200">
                          <a:solidFill>
                            <a:schemeClr val="tx1"/>
                          </a:solidFill>
                          <a:latin typeface="等线"/>
                        </a:defRPr>
                      </a:lvl3pPr>
                      <a:lvl4pPr marL="1371600" algn="l" defTabSz="914400" rtl="0" eaLnBrk="1" latinLnBrk="0" hangingPunct="1">
                        <a:defRPr sz="1800" kern="1200">
                          <a:solidFill>
                            <a:schemeClr val="tx1"/>
                          </a:solidFill>
                          <a:latin typeface="等线"/>
                        </a:defRPr>
                      </a:lvl4pPr>
                      <a:lvl5pPr marL="1828800" algn="l" defTabSz="914400" rtl="0" eaLnBrk="1" latinLnBrk="0" hangingPunct="1">
                        <a:defRPr sz="1800" kern="1200">
                          <a:solidFill>
                            <a:schemeClr val="tx1"/>
                          </a:solidFill>
                          <a:latin typeface="等线"/>
                        </a:defRPr>
                      </a:lvl5pPr>
                      <a:lvl6pPr marL="2286000" algn="l" defTabSz="914400" rtl="0" eaLnBrk="1" latinLnBrk="0" hangingPunct="1">
                        <a:defRPr sz="1800" kern="1200">
                          <a:solidFill>
                            <a:schemeClr val="tx1"/>
                          </a:solidFill>
                          <a:latin typeface="等线"/>
                        </a:defRPr>
                      </a:lvl6pPr>
                      <a:lvl7pPr marL="2743200" algn="l" defTabSz="914400" rtl="0" eaLnBrk="1" latinLnBrk="0" hangingPunct="1">
                        <a:defRPr sz="1800" kern="1200">
                          <a:solidFill>
                            <a:schemeClr val="tx1"/>
                          </a:solidFill>
                          <a:latin typeface="等线"/>
                        </a:defRPr>
                      </a:lvl7pPr>
                      <a:lvl8pPr marL="3200400" algn="l" defTabSz="914400" rtl="0" eaLnBrk="1" latinLnBrk="0" hangingPunct="1">
                        <a:defRPr sz="1800" kern="1200">
                          <a:solidFill>
                            <a:schemeClr val="tx1"/>
                          </a:solidFill>
                          <a:latin typeface="等线"/>
                        </a:defRPr>
                      </a:lvl8pPr>
                      <a:lvl9pPr marL="3657600" algn="l" defTabSz="914400" rtl="0" eaLnBrk="1" latinLnBrk="0" hangingPunct="1">
                        <a:defRPr sz="1800" kern="1200">
                          <a:solidFill>
                            <a:schemeClr val="tx1"/>
                          </a:solidFill>
                          <a:latin typeface="等线"/>
                        </a:defRPr>
                      </a:lvl9pPr>
                    </a:lstStyle>
                    <a:p>
                      <a:pPr algn="l" rtl="0" fontAlgn="t"/>
                      <a:r>
                        <a:rPr lang="zh-CN" altLang="en-US" sz="1100" b="0" i="0" u="none" strike="noStrike" dirty="0" smtClean="0">
                          <a:solidFill>
                            <a:srgbClr val="000000"/>
                          </a:solidFill>
                          <a:effectLst/>
                          <a:latin typeface="思源宋体" panose="02020400000000000000" pitchFamily="18" charset="-122"/>
                          <a:ea typeface="思源宋体" panose="02020400000000000000" pitchFamily="18" charset="-122"/>
                        </a:rPr>
                        <a:t>当前</a:t>
                      </a:r>
                      <a:r>
                        <a:rPr lang="en-US" sz="1100" b="0" i="0" u="none" strike="noStrike" dirty="0" smtClean="0">
                          <a:solidFill>
                            <a:srgbClr val="000000"/>
                          </a:solidFill>
                          <a:effectLst/>
                          <a:latin typeface="思源宋体" panose="02020400000000000000" pitchFamily="18" charset="-122"/>
                          <a:ea typeface="思源宋体" panose="02020400000000000000" pitchFamily="18" charset="-122"/>
                        </a:rPr>
                        <a:t>LP</a:t>
                      </a:r>
                      <a:r>
                        <a:rPr lang="zh-CN" altLang="en-US" sz="1100" b="0" i="0" u="none" strike="noStrike" dirty="0" smtClean="0">
                          <a:solidFill>
                            <a:srgbClr val="000000"/>
                          </a:solidFill>
                          <a:effectLst/>
                          <a:latin typeface="思源宋体" panose="02020400000000000000" pitchFamily="18" charset="-122"/>
                          <a:ea typeface="思源宋体" panose="02020400000000000000" pitchFamily="18" charset="-122"/>
                        </a:rPr>
                        <a:t>和之前上货</a:t>
                      </a:r>
                      <a:r>
                        <a:rPr lang="en-US" altLang="zh-CN" sz="1100" b="0" i="0" u="none" strike="noStrike" dirty="0" smtClean="0">
                          <a:solidFill>
                            <a:srgbClr val="000000"/>
                          </a:solidFill>
                          <a:effectLst/>
                          <a:latin typeface="思源宋体" panose="02020400000000000000" pitchFamily="18" charset="-122"/>
                          <a:ea typeface="思源宋体" panose="02020400000000000000" pitchFamily="18" charset="-122"/>
                        </a:rPr>
                        <a:t>LP</a:t>
                      </a:r>
                      <a:r>
                        <a:rPr lang="zh-CN" altLang="en-US" sz="1100" b="0" i="0" u="none" strike="noStrike" baseline="0" dirty="0" smtClean="0">
                          <a:solidFill>
                            <a:srgbClr val="000000"/>
                          </a:solidFill>
                          <a:effectLst/>
                          <a:latin typeface="思源宋体" panose="02020400000000000000" pitchFamily="18" charset="-122"/>
                          <a:ea typeface="思源宋体" panose="02020400000000000000" pitchFamily="18" charset="-122"/>
                        </a:rPr>
                        <a:t> </a:t>
                      </a:r>
                      <a:r>
                        <a:rPr lang="en-US" sz="1100" b="0" i="0" u="none" strike="noStrike" dirty="0" smtClean="0">
                          <a:solidFill>
                            <a:srgbClr val="000000"/>
                          </a:solidFill>
                          <a:effectLst/>
                          <a:latin typeface="思源宋体" panose="02020400000000000000" pitchFamily="18" charset="-122"/>
                          <a:ea typeface="思源宋体" panose="02020400000000000000" pitchFamily="18" charset="-122"/>
                        </a:rPr>
                        <a:t>STD TC</a:t>
                      </a:r>
                      <a:r>
                        <a:rPr lang="zh-CN" altLang="en-US" sz="1100" b="0" i="0" u="none" strike="noStrike" dirty="0" smtClean="0">
                          <a:solidFill>
                            <a:srgbClr val="000000"/>
                          </a:solidFill>
                          <a:effectLst/>
                          <a:latin typeface="思源宋体" panose="02020400000000000000" pitchFamily="18" charset="-122"/>
                          <a:ea typeface="思源宋体" panose="02020400000000000000" pitchFamily="18" charset="-122"/>
                        </a:rPr>
                        <a:t>求和</a:t>
                      </a:r>
                      <a:r>
                        <a:rPr lang="en-US" sz="1100" b="0" i="0" u="none" strike="noStrike" dirty="0" smtClean="0">
                          <a:solidFill>
                            <a:srgbClr val="000000"/>
                          </a:solidFill>
                          <a:effectLst/>
                          <a:latin typeface="思源宋体" panose="02020400000000000000" pitchFamily="18" charset="-122"/>
                          <a:ea typeface="思源宋体" panose="02020400000000000000" pitchFamily="18" charset="-122"/>
                        </a:rPr>
                        <a:t>+2H</a:t>
                      </a:r>
                      <a:endParaRPr lang="en-US" sz="1100" b="0" i="0" u="none" strike="noStrike" dirty="0">
                        <a:solidFill>
                          <a:srgbClr val="000000"/>
                        </a:solidFill>
                        <a:effectLst/>
                        <a:latin typeface="思源宋体" panose="02020400000000000000" pitchFamily="18" charset="-122"/>
                        <a:ea typeface="思源宋体" panose="02020400000000000000" pitchFamily="18" charset="-122"/>
                      </a:endParaRPr>
                    </a:p>
                  </a:txBody>
                  <a:tcPr marL="6391" marR="6391" marT="63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370182733"/>
                  </a:ext>
                </a:extLst>
              </a:tr>
              <a:tr h="361474">
                <a:tc vMerge="1">
                  <a:txBody>
                    <a:bodyPr/>
                    <a:lstStyle/>
                    <a:p>
                      <a:endParaRPr lang="zh-CN" altLang="en-US"/>
                    </a:p>
                  </a:txBody>
                  <a:tcPr/>
                </a:tc>
                <a:tc>
                  <a:txBody>
                    <a:bodyPr/>
                    <a:lstStyle>
                      <a:lvl1pPr marL="0" algn="l" defTabSz="914400" rtl="0" eaLnBrk="1" latinLnBrk="0" hangingPunct="1">
                        <a:defRPr sz="1800" kern="1200">
                          <a:solidFill>
                            <a:schemeClr val="tx1"/>
                          </a:solidFill>
                          <a:latin typeface="等线"/>
                        </a:defRPr>
                      </a:lvl1pPr>
                      <a:lvl2pPr marL="457200" algn="l" defTabSz="914400" rtl="0" eaLnBrk="1" latinLnBrk="0" hangingPunct="1">
                        <a:defRPr sz="1800" kern="1200">
                          <a:solidFill>
                            <a:schemeClr val="tx1"/>
                          </a:solidFill>
                          <a:latin typeface="等线"/>
                        </a:defRPr>
                      </a:lvl2pPr>
                      <a:lvl3pPr marL="914400" algn="l" defTabSz="914400" rtl="0" eaLnBrk="1" latinLnBrk="0" hangingPunct="1">
                        <a:defRPr sz="1800" kern="1200">
                          <a:solidFill>
                            <a:schemeClr val="tx1"/>
                          </a:solidFill>
                          <a:latin typeface="等线"/>
                        </a:defRPr>
                      </a:lvl3pPr>
                      <a:lvl4pPr marL="1371600" algn="l" defTabSz="914400" rtl="0" eaLnBrk="1" latinLnBrk="0" hangingPunct="1">
                        <a:defRPr sz="1800" kern="1200">
                          <a:solidFill>
                            <a:schemeClr val="tx1"/>
                          </a:solidFill>
                          <a:latin typeface="等线"/>
                        </a:defRPr>
                      </a:lvl4pPr>
                      <a:lvl5pPr marL="1828800" algn="l" defTabSz="914400" rtl="0" eaLnBrk="1" latinLnBrk="0" hangingPunct="1">
                        <a:defRPr sz="1800" kern="1200">
                          <a:solidFill>
                            <a:schemeClr val="tx1"/>
                          </a:solidFill>
                          <a:latin typeface="等线"/>
                        </a:defRPr>
                      </a:lvl5pPr>
                      <a:lvl6pPr marL="2286000" algn="l" defTabSz="914400" rtl="0" eaLnBrk="1" latinLnBrk="0" hangingPunct="1">
                        <a:defRPr sz="1800" kern="1200">
                          <a:solidFill>
                            <a:schemeClr val="tx1"/>
                          </a:solidFill>
                          <a:latin typeface="等线"/>
                        </a:defRPr>
                      </a:lvl6pPr>
                      <a:lvl7pPr marL="2743200" algn="l" defTabSz="914400" rtl="0" eaLnBrk="1" latinLnBrk="0" hangingPunct="1">
                        <a:defRPr sz="1800" kern="1200">
                          <a:solidFill>
                            <a:schemeClr val="tx1"/>
                          </a:solidFill>
                          <a:latin typeface="等线"/>
                        </a:defRPr>
                      </a:lvl7pPr>
                      <a:lvl8pPr marL="3200400" algn="l" defTabSz="914400" rtl="0" eaLnBrk="1" latinLnBrk="0" hangingPunct="1">
                        <a:defRPr sz="1800" kern="1200">
                          <a:solidFill>
                            <a:schemeClr val="tx1"/>
                          </a:solidFill>
                          <a:latin typeface="等线"/>
                        </a:defRPr>
                      </a:lvl8pPr>
                      <a:lvl9pPr marL="3657600" algn="l" defTabSz="914400" rtl="0" eaLnBrk="1" latinLnBrk="0" hangingPunct="1">
                        <a:defRPr sz="1800" kern="1200">
                          <a:solidFill>
                            <a:schemeClr val="tx1"/>
                          </a:solidFill>
                          <a:latin typeface="等线"/>
                        </a:defRPr>
                      </a:lvl9p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altLang="zh-CN" sz="1100" b="0" i="0" u="none" strike="noStrike" kern="1200" dirty="0" smtClean="0">
                          <a:solidFill>
                            <a:srgbClr val="000000"/>
                          </a:solidFill>
                          <a:effectLst/>
                          <a:latin typeface="思源宋体" panose="02020400000000000000" pitchFamily="18" charset="-122"/>
                          <a:ea typeface="思源宋体" panose="02020400000000000000" pitchFamily="18" charset="-122"/>
                          <a:cs typeface="+mn-cs"/>
                        </a:rPr>
                        <a:t>RTP</a:t>
                      </a:r>
                      <a:r>
                        <a:rPr lang="zh-CN" altLang="en-US" sz="1100" b="0" i="0" u="none" strike="noStrike" kern="1200" dirty="0">
                          <a:solidFill>
                            <a:srgbClr val="000000"/>
                          </a:solidFill>
                          <a:effectLst/>
                          <a:latin typeface="思源宋体" panose="02020400000000000000" pitchFamily="18" charset="-122"/>
                          <a:ea typeface="思源宋体" panose="02020400000000000000" pitchFamily="18" charset="-122"/>
                          <a:cs typeface="+mn-cs"/>
                        </a:rPr>
                        <a:t>　</a:t>
                      </a:r>
                    </a:p>
                  </a:txBody>
                  <a:tcPr marL="6391" marR="6391" marT="63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a:defRPr>
                      </a:lvl1pPr>
                      <a:lvl2pPr marL="457200" algn="l" defTabSz="914400" rtl="0" eaLnBrk="1" latinLnBrk="0" hangingPunct="1">
                        <a:defRPr sz="1800" kern="1200">
                          <a:solidFill>
                            <a:schemeClr val="tx1"/>
                          </a:solidFill>
                          <a:latin typeface="等线"/>
                        </a:defRPr>
                      </a:lvl2pPr>
                      <a:lvl3pPr marL="914400" algn="l" defTabSz="914400" rtl="0" eaLnBrk="1" latinLnBrk="0" hangingPunct="1">
                        <a:defRPr sz="1800" kern="1200">
                          <a:solidFill>
                            <a:schemeClr val="tx1"/>
                          </a:solidFill>
                          <a:latin typeface="等线"/>
                        </a:defRPr>
                      </a:lvl3pPr>
                      <a:lvl4pPr marL="1371600" algn="l" defTabSz="914400" rtl="0" eaLnBrk="1" latinLnBrk="0" hangingPunct="1">
                        <a:defRPr sz="1800" kern="1200">
                          <a:solidFill>
                            <a:schemeClr val="tx1"/>
                          </a:solidFill>
                          <a:latin typeface="等线"/>
                        </a:defRPr>
                      </a:lvl4pPr>
                      <a:lvl5pPr marL="1828800" algn="l" defTabSz="914400" rtl="0" eaLnBrk="1" latinLnBrk="0" hangingPunct="1">
                        <a:defRPr sz="1800" kern="1200">
                          <a:solidFill>
                            <a:schemeClr val="tx1"/>
                          </a:solidFill>
                          <a:latin typeface="等线"/>
                        </a:defRPr>
                      </a:lvl5pPr>
                      <a:lvl6pPr marL="2286000" algn="l" defTabSz="914400" rtl="0" eaLnBrk="1" latinLnBrk="0" hangingPunct="1">
                        <a:defRPr sz="1800" kern="1200">
                          <a:solidFill>
                            <a:schemeClr val="tx1"/>
                          </a:solidFill>
                          <a:latin typeface="等线"/>
                        </a:defRPr>
                      </a:lvl6pPr>
                      <a:lvl7pPr marL="2743200" algn="l" defTabSz="914400" rtl="0" eaLnBrk="1" latinLnBrk="0" hangingPunct="1">
                        <a:defRPr sz="1800" kern="1200">
                          <a:solidFill>
                            <a:schemeClr val="tx1"/>
                          </a:solidFill>
                          <a:latin typeface="等线"/>
                        </a:defRPr>
                      </a:lvl7pPr>
                      <a:lvl8pPr marL="3200400" algn="l" defTabSz="914400" rtl="0" eaLnBrk="1" latinLnBrk="0" hangingPunct="1">
                        <a:defRPr sz="1800" kern="1200">
                          <a:solidFill>
                            <a:schemeClr val="tx1"/>
                          </a:solidFill>
                          <a:latin typeface="等线"/>
                        </a:defRPr>
                      </a:lvl8pPr>
                      <a:lvl9pPr marL="3657600" algn="l" defTabSz="914400" rtl="0" eaLnBrk="1" latinLnBrk="0" hangingPunct="1">
                        <a:defRPr sz="1800" kern="1200">
                          <a:solidFill>
                            <a:schemeClr val="tx1"/>
                          </a:solidFill>
                          <a:latin typeface="等线"/>
                        </a:defRPr>
                      </a:lvl9pPr>
                    </a:lstStyle>
                    <a:p>
                      <a:pPr marL="0" marR="0" lvl="0" indent="0" algn="l" defTabSz="914400" rtl="0" eaLnBrk="1" fontAlgn="t" latinLnBrk="0" hangingPunct="1">
                        <a:lnSpc>
                          <a:spcPct val="100000"/>
                        </a:lnSpc>
                        <a:spcBef>
                          <a:spcPts val="0"/>
                        </a:spcBef>
                        <a:spcAft>
                          <a:spcPts val="0"/>
                        </a:spcAft>
                        <a:buClrTx/>
                        <a:buSzTx/>
                        <a:buFontTx/>
                        <a:buNone/>
                        <a:tabLst/>
                        <a:defRPr/>
                      </a:pPr>
                      <a:r>
                        <a:rPr lang="zh-CN" altLang="en-US" sz="1100" b="0" i="0" u="none" strike="noStrike" kern="1200" dirty="0" smtClean="0">
                          <a:solidFill>
                            <a:srgbClr val="000000"/>
                          </a:solidFill>
                          <a:effectLst/>
                          <a:latin typeface="思源宋体" panose="02020400000000000000" pitchFamily="18" charset="-122"/>
                          <a:ea typeface="思源宋体" panose="02020400000000000000" pitchFamily="18" charset="-122"/>
                          <a:cs typeface="+mn-cs"/>
                        </a:rPr>
                        <a:t>当前</a:t>
                      </a:r>
                      <a:r>
                        <a:rPr lang="en-US" altLang="zh-CN" sz="1100" b="0" i="0" u="none" strike="noStrike" kern="1200" dirty="0" smtClean="0">
                          <a:solidFill>
                            <a:srgbClr val="000000"/>
                          </a:solidFill>
                          <a:effectLst/>
                          <a:latin typeface="思源宋体" panose="02020400000000000000" pitchFamily="18" charset="-122"/>
                          <a:ea typeface="思源宋体" panose="02020400000000000000" pitchFamily="18" charset="-122"/>
                          <a:cs typeface="+mn-cs"/>
                        </a:rPr>
                        <a:t>LP</a:t>
                      </a:r>
                      <a:r>
                        <a:rPr lang="zh-CN" altLang="en-US" sz="1100" b="0" i="0" u="none" strike="noStrike" kern="1200" dirty="0" smtClean="0">
                          <a:solidFill>
                            <a:srgbClr val="000000"/>
                          </a:solidFill>
                          <a:effectLst/>
                          <a:latin typeface="思源宋体" panose="02020400000000000000" pitchFamily="18" charset="-122"/>
                          <a:ea typeface="思源宋体" panose="02020400000000000000" pitchFamily="18" charset="-122"/>
                          <a:cs typeface="+mn-cs"/>
                        </a:rPr>
                        <a:t>和之前上货</a:t>
                      </a:r>
                      <a:r>
                        <a:rPr lang="en-US" altLang="zh-CN" sz="1100" b="0" i="0" u="none" strike="noStrike" kern="1200" dirty="0" smtClean="0">
                          <a:solidFill>
                            <a:srgbClr val="000000"/>
                          </a:solidFill>
                          <a:effectLst/>
                          <a:latin typeface="思源宋体" panose="02020400000000000000" pitchFamily="18" charset="-122"/>
                          <a:ea typeface="思源宋体" panose="02020400000000000000" pitchFamily="18" charset="-122"/>
                          <a:cs typeface="+mn-cs"/>
                        </a:rPr>
                        <a:t>LP</a:t>
                      </a:r>
                      <a:r>
                        <a:rPr lang="zh-CN" altLang="en-US" sz="1100" b="0" i="0" u="none" strike="noStrike" kern="1200" dirty="0" smtClean="0">
                          <a:solidFill>
                            <a:srgbClr val="000000"/>
                          </a:solidFill>
                          <a:effectLst/>
                          <a:latin typeface="思源宋体" panose="02020400000000000000" pitchFamily="18" charset="-122"/>
                          <a:ea typeface="思源宋体" panose="02020400000000000000" pitchFamily="18" charset="-122"/>
                          <a:cs typeface="+mn-cs"/>
                        </a:rPr>
                        <a:t> </a:t>
                      </a:r>
                      <a:r>
                        <a:rPr lang="en-US" altLang="zh-CN" sz="1100" b="0" i="0" u="none" strike="noStrike" kern="1200" dirty="0" smtClean="0">
                          <a:solidFill>
                            <a:srgbClr val="000000"/>
                          </a:solidFill>
                          <a:effectLst/>
                          <a:latin typeface="思源宋体" panose="02020400000000000000" pitchFamily="18" charset="-122"/>
                          <a:ea typeface="思源宋体" panose="02020400000000000000" pitchFamily="18" charset="-122"/>
                          <a:cs typeface="+mn-cs"/>
                        </a:rPr>
                        <a:t>STD TC</a:t>
                      </a:r>
                      <a:r>
                        <a:rPr lang="zh-CN" altLang="en-US" sz="1100" b="0" i="0" u="none" strike="noStrike" kern="1200" dirty="0" smtClean="0">
                          <a:solidFill>
                            <a:srgbClr val="000000"/>
                          </a:solidFill>
                          <a:effectLst/>
                          <a:latin typeface="思源宋体" panose="02020400000000000000" pitchFamily="18" charset="-122"/>
                          <a:ea typeface="思源宋体" panose="02020400000000000000" pitchFamily="18" charset="-122"/>
                          <a:cs typeface="+mn-cs"/>
                        </a:rPr>
                        <a:t>求和</a:t>
                      </a:r>
                      <a:r>
                        <a:rPr lang="en-US" altLang="zh-CN" sz="1100" b="0" i="0" u="none" strike="noStrike" kern="1200" dirty="0" smtClean="0">
                          <a:solidFill>
                            <a:srgbClr val="000000"/>
                          </a:solidFill>
                          <a:effectLst/>
                          <a:latin typeface="思源宋体" panose="02020400000000000000" pitchFamily="18" charset="-122"/>
                          <a:ea typeface="思源宋体" panose="02020400000000000000" pitchFamily="18" charset="-122"/>
                          <a:cs typeface="+mn-cs"/>
                        </a:rPr>
                        <a:t>*2.5</a:t>
                      </a:r>
                    </a:p>
                    <a:p>
                      <a:pPr marL="0" marR="0" lvl="0" indent="0" algn="l" defTabSz="914400" rtl="0" eaLnBrk="1" fontAlgn="t" latinLnBrk="0" hangingPunct="1">
                        <a:lnSpc>
                          <a:spcPct val="100000"/>
                        </a:lnSpc>
                        <a:spcBef>
                          <a:spcPts val="0"/>
                        </a:spcBef>
                        <a:spcAft>
                          <a:spcPts val="0"/>
                        </a:spcAft>
                        <a:buClrTx/>
                        <a:buSzTx/>
                        <a:buFontTx/>
                        <a:buNone/>
                        <a:tabLst/>
                        <a:defRPr/>
                      </a:pPr>
                      <a:r>
                        <a:rPr lang="en-US" altLang="zh-CN" sz="1100" b="0" i="0" u="none" strike="noStrike" kern="1200" dirty="0" smtClean="0">
                          <a:solidFill>
                            <a:srgbClr val="000000"/>
                          </a:solidFill>
                          <a:effectLst/>
                          <a:latin typeface="思源宋体" panose="02020400000000000000" pitchFamily="18" charset="-122"/>
                          <a:ea typeface="思源宋体" panose="02020400000000000000" pitchFamily="18" charset="-122"/>
                          <a:cs typeface="+mn-cs"/>
                        </a:rPr>
                        <a:t>STD TC </a:t>
                      </a:r>
                      <a:r>
                        <a:rPr lang="zh-CN" altLang="zh-CN" sz="1100" b="0" i="0" u="none" strike="noStrike" kern="1200" dirty="0" smtClean="0">
                          <a:solidFill>
                            <a:srgbClr val="000000"/>
                          </a:solidFill>
                          <a:effectLst/>
                          <a:latin typeface="思源宋体" panose="02020400000000000000" pitchFamily="18" charset="-122"/>
                          <a:ea typeface="思源宋体" panose="02020400000000000000" pitchFamily="18" charset="-122"/>
                          <a:cs typeface="+mn-cs"/>
                        </a:rPr>
                        <a:t>需按照</a:t>
                      </a:r>
                      <a:r>
                        <a:rPr lang="en-US" altLang="zh-CN" sz="1100" b="0" i="0" u="none" strike="noStrike" kern="1200" dirty="0" smtClean="0">
                          <a:solidFill>
                            <a:srgbClr val="000000"/>
                          </a:solidFill>
                          <a:effectLst/>
                          <a:latin typeface="思源宋体" panose="02020400000000000000" pitchFamily="18" charset="-122"/>
                          <a:ea typeface="思源宋体" panose="02020400000000000000" pitchFamily="18" charset="-122"/>
                          <a:cs typeface="+mn-cs"/>
                        </a:rPr>
                        <a:t> (STD TC/Chamber Rule)*Chamber count</a:t>
                      </a:r>
                      <a:r>
                        <a:rPr lang="zh-CN" altLang="zh-CN" sz="1100" b="0" i="0" u="none" strike="noStrike" kern="1200" dirty="0" smtClean="0">
                          <a:solidFill>
                            <a:srgbClr val="000000"/>
                          </a:solidFill>
                          <a:effectLst/>
                          <a:latin typeface="思源宋体" panose="02020400000000000000" pitchFamily="18" charset="-122"/>
                          <a:ea typeface="思源宋体" panose="02020400000000000000" pitchFamily="18" charset="-122"/>
                          <a:cs typeface="+mn-cs"/>
                        </a:rPr>
                        <a:t>折算</a:t>
                      </a:r>
                      <a:endParaRPr lang="en-US" altLang="zh-CN" sz="1100" b="0" i="0" u="none" strike="noStrike" kern="1200" dirty="0" smtClean="0">
                        <a:solidFill>
                          <a:srgbClr val="000000"/>
                        </a:solidFill>
                        <a:effectLst/>
                        <a:latin typeface="思源宋体" panose="02020400000000000000" pitchFamily="18" charset="-122"/>
                        <a:ea typeface="思源宋体" panose="02020400000000000000" pitchFamily="18" charset="-122"/>
                        <a:cs typeface="+mn-cs"/>
                      </a:endParaRPr>
                    </a:p>
                  </a:txBody>
                  <a:tcPr marL="6391" marR="6391" marT="63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3883710589"/>
                  </a:ext>
                </a:extLst>
              </a:tr>
              <a:tr h="534432">
                <a:tc vMerge="1">
                  <a:txBody>
                    <a:bodyPr/>
                    <a:lstStyle/>
                    <a:p>
                      <a:endParaRPr lang="zh-CN" altLang="en-US"/>
                    </a:p>
                  </a:txBody>
                  <a:tcPr/>
                </a:tc>
                <a:tc>
                  <a:txBody>
                    <a:bodyPr/>
                    <a:lstStyle>
                      <a:lvl1pPr marL="0" algn="l" defTabSz="914400" rtl="0" eaLnBrk="1" latinLnBrk="0" hangingPunct="1">
                        <a:defRPr sz="1800" kern="1200">
                          <a:solidFill>
                            <a:schemeClr val="tx1"/>
                          </a:solidFill>
                          <a:latin typeface="等线"/>
                        </a:defRPr>
                      </a:lvl1pPr>
                      <a:lvl2pPr marL="457200" algn="l" defTabSz="914400" rtl="0" eaLnBrk="1" latinLnBrk="0" hangingPunct="1">
                        <a:defRPr sz="1800" kern="1200">
                          <a:solidFill>
                            <a:schemeClr val="tx1"/>
                          </a:solidFill>
                          <a:latin typeface="等线"/>
                        </a:defRPr>
                      </a:lvl2pPr>
                      <a:lvl3pPr marL="914400" algn="l" defTabSz="914400" rtl="0" eaLnBrk="1" latinLnBrk="0" hangingPunct="1">
                        <a:defRPr sz="1800" kern="1200">
                          <a:solidFill>
                            <a:schemeClr val="tx1"/>
                          </a:solidFill>
                          <a:latin typeface="等线"/>
                        </a:defRPr>
                      </a:lvl3pPr>
                      <a:lvl4pPr marL="1371600" algn="l" defTabSz="914400" rtl="0" eaLnBrk="1" latinLnBrk="0" hangingPunct="1">
                        <a:defRPr sz="1800" kern="1200">
                          <a:solidFill>
                            <a:schemeClr val="tx1"/>
                          </a:solidFill>
                          <a:latin typeface="等线"/>
                        </a:defRPr>
                      </a:lvl4pPr>
                      <a:lvl5pPr marL="1828800" algn="l" defTabSz="914400" rtl="0" eaLnBrk="1" latinLnBrk="0" hangingPunct="1">
                        <a:defRPr sz="1800" kern="1200">
                          <a:solidFill>
                            <a:schemeClr val="tx1"/>
                          </a:solidFill>
                          <a:latin typeface="等线"/>
                        </a:defRPr>
                      </a:lvl5pPr>
                      <a:lvl6pPr marL="2286000" algn="l" defTabSz="914400" rtl="0" eaLnBrk="1" latinLnBrk="0" hangingPunct="1">
                        <a:defRPr sz="1800" kern="1200">
                          <a:solidFill>
                            <a:schemeClr val="tx1"/>
                          </a:solidFill>
                          <a:latin typeface="等线"/>
                        </a:defRPr>
                      </a:lvl6pPr>
                      <a:lvl7pPr marL="2743200" algn="l" defTabSz="914400" rtl="0" eaLnBrk="1" latinLnBrk="0" hangingPunct="1">
                        <a:defRPr sz="1800" kern="1200">
                          <a:solidFill>
                            <a:schemeClr val="tx1"/>
                          </a:solidFill>
                          <a:latin typeface="等线"/>
                        </a:defRPr>
                      </a:lvl7pPr>
                      <a:lvl8pPr marL="3200400" algn="l" defTabSz="914400" rtl="0" eaLnBrk="1" latinLnBrk="0" hangingPunct="1">
                        <a:defRPr sz="1800" kern="1200">
                          <a:solidFill>
                            <a:schemeClr val="tx1"/>
                          </a:solidFill>
                          <a:latin typeface="等线"/>
                        </a:defRPr>
                      </a:lvl8pPr>
                      <a:lvl9pPr marL="3657600" algn="l" defTabSz="914400" rtl="0" eaLnBrk="1" latinLnBrk="0" hangingPunct="1">
                        <a:defRPr sz="1800" kern="1200">
                          <a:solidFill>
                            <a:schemeClr val="tx1"/>
                          </a:solidFill>
                          <a:latin typeface="等线"/>
                        </a:defRPr>
                      </a:lvl9pPr>
                    </a:lstStyle>
                    <a:p>
                      <a:pPr algn="ctr" rtl="0" fontAlgn="ctr"/>
                      <a:r>
                        <a:rPr lang="en-US" sz="1100" b="0" i="0" u="none" strike="noStrike" dirty="0">
                          <a:solidFill>
                            <a:srgbClr val="000000"/>
                          </a:solidFill>
                          <a:effectLst/>
                          <a:latin typeface="思源宋体" panose="02020400000000000000" pitchFamily="18" charset="-122"/>
                          <a:ea typeface="思源宋体" panose="02020400000000000000" pitchFamily="18" charset="-122"/>
                        </a:rPr>
                        <a:t>PHOTO </a:t>
                      </a:r>
                      <a:r>
                        <a:rPr lang="zh-CN" altLang="en-US" sz="1100" b="0" i="0" u="none" strike="noStrike" dirty="0">
                          <a:solidFill>
                            <a:srgbClr val="000000"/>
                          </a:solidFill>
                          <a:effectLst/>
                          <a:latin typeface="思源宋体" panose="02020400000000000000" pitchFamily="18" charset="-122"/>
                          <a:ea typeface="思源宋体" panose="02020400000000000000" pitchFamily="18" charset="-122"/>
                        </a:rPr>
                        <a:t>主机台</a:t>
                      </a:r>
                    </a:p>
                  </a:txBody>
                  <a:tcPr marL="6391" marR="6391" marT="63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a:defRPr>
                      </a:lvl1pPr>
                      <a:lvl2pPr marL="457200" algn="l" defTabSz="914400" rtl="0" eaLnBrk="1" latinLnBrk="0" hangingPunct="1">
                        <a:defRPr sz="1800" kern="1200">
                          <a:solidFill>
                            <a:schemeClr val="tx1"/>
                          </a:solidFill>
                          <a:latin typeface="等线"/>
                        </a:defRPr>
                      </a:lvl2pPr>
                      <a:lvl3pPr marL="914400" algn="l" defTabSz="914400" rtl="0" eaLnBrk="1" latinLnBrk="0" hangingPunct="1">
                        <a:defRPr sz="1800" kern="1200">
                          <a:solidFill>
                            <a:schemeClr val="tx1"/>
                          </a:solidFill>
                          <a:latin typeface="等线"/>
                        </a:defRPr>
                      </a:lvl3pPr>
                      <a:lvl4pPr marL="1371600" algn="l" defTabSz="914400" rtl="0" eaLnBrk="1" latinLnBrk="0" hangingPunct="1">
                        <a:defRPr sz="1800" kern="1200">
                          <a:solidFill>
                            <a:schemeClr val="tx1"/>
                          </a:solidFill>
                          <a:latin typeface="等线"/>
                        </a:defRPr>
                      </a:lvl4pPr>
                      <a:lvl5pPr marL="1828800" algn="l" defTabSz="914400" rtl="0" eaLnBrk="1" latinLnBrk="0" hangingPunct="1">
                        <a:defRPr sz="1800" kern="1200">
                          <a:solidFill>
                            <a:schemeClr val="tx1"/>
                          </a:solidFill>
                          <a:latin typeface="等线"/>
                        </a:defRPr>
                      </a:lvl5pPr>
                      <a:lvl6pPr marL="2286000" algn="l" defTabSz="914400" rtl="0" eaLnBrk="1" latinLnBrk="0" hangingPunct="1">
                        <a:defRPr sz="1800" kern="1200">
                          <a:solidFill>
                            <a:schemeClr val="tx1"/>
                          </a:solidFill>
                          <a:latin typeface="等线"/>
                        </a:defRPr>
                      </a:lvl6pPr>
                      <a:lvl7pPr marL="2743200" algn="l" defTabSz="914400" rtl="0" eaLnBrk="1" latinLnBrk="0" hangingPunct="1">
                        <a:defRPr sz="1800" kern="1200">
                          <a:solidFill>
                            <a:schemeClr val="tx1"/>
                          </a:solidFill>
                          <a:latin typeface="等线"/>
                        </a:defRPr>
                      </a:lvl7pPr>
                      <a:lvl8pPr marL="3200400" algn="l" defTabSz="914400" rtl="0" eaLnBrk="1" latinLnBrk="0" hangingPunct="1">
                        <a:defRPr sz="1800" kern="1200">
                          <a:solidFill>
                            <a:schemeClr val="tx1"/>
                          </a:solidFill>
                          <a:latin typeface="等线"/>
                        </a:defRPr>
                      </a:lvl8pPr>
                      <a:lvl9pPr marL="3657600" algn="l" defTabSz="914400" rtl="0" eaLnBrk="1" latinLnBrk="0" hangingPunct="1">
                        <a:defRPr sz="1800" kern="1200">
                          <a:solidFill>
                            <a:schemeClr val="tx1"/>
                          </a:solidFill>
                          <a:latin typeface="等线"/>
                        </a:defRPr>
                      </a:lvl9pPr>
                    </a:lstStyle>
                    <a:p>
                      <a:pPr algn="l" rtl="0" fontAlgn="t"/>
                      <a:r>
                        <a:rPr lang="en-US" sz="1100" b="0" i="0" u="none" strike="noStrike" dirty="0">
                          <a:solidFill>
                            <a:srgbClr val="000000"/>
                          </a:solidFill>
                          <a:effectLst/>
                          <a:latin typeface="思源宋体" panose="02020400000000000000" pitchFamily="18" charset="-122"/>
                          <a:ea typeface="思源宋体" panose="02020400000000000000" pitchFamily="18" charset="-122"/>
                        </a:rPr>
                        <a:t>➀.STD </a:t>
                      </a:r>
                      <a:r>
                        <a:rPr lang="en-US" sz="1100" b="0" i="0" u="none" strike="noStrike" dirty="0" err="1">
                          <a:solidFill>
                            <a:srgbClr val="000000"/>
                          </a:solidFill>
                          <a:effectLst/>
                          <a:latin typeface="思源宋体" panose="02020400000000000000" pitchFamily="18" charset="-122"/>
                          <a:ea typeface="思源宋体" panose="02020400000000000000" pitchFamily="18" charset="-122"/>
                        </a:rPr>
                        <a:t>TC：By</a:t>
                      </a:r>
                      <a:r>
                        <a:rPr lang="en-US" sz="1100" b="0" i="0" u="none" strike="noStrike" dirty="0">
                          <a:solidFill>
                            <a:srgbClr val="000000"/>
                          </a:solidFill>
                          <a:effectLst/>
                          <a:latin typeface="思源宋体" panose="02020400000000000000" pitchFamily="18" charset="-122"/>
                          <a:ea typeface="思源宋体" panose="02020400000000000000" pitchFamily="18" charset="-122"/>
                        </a:rPr>
                        <a:t> Recipe</a:t>
                      </a:r>
                      <a:r>
                        <a:rPr lang="zh-CN" altLang="en-US" sz="1100" b="0" i="0" u="none" strike="noStrike" dirty="0">
                          <a:solidFill>
                            <a:srgbClr val="000000"/>
                          </a:solidFill>
                          <a:effectLst/>
                          <a:latin typeface="思源宋体" panose="02020400000000000000" pitchFamily="18" charset="-122"/>
                          <a:ea typeface="思源宋体" panose="02020400000000000000" pitchFamily="18" charset="-122"/>
                        </a:rPr>
                        <a:t>计算</a:t>
                      </a:r>
                      <a:r>
                        <a:rPr lang="en-US" sz="1100" b="0" i="0" u="none" strike="noStrike" dirty="0">
                          <a:solidFill>
                            <a:srgbClr val="000000"/>
                          </a:solidFill>
                          <a:effectLst/>
                          <a:latin typeface="思源宋体" panose="02020400000000000000" pitchFamily="18" charset="-122"/>
                          <a:ea typeface="思源宋体" panose="02020400000000000000" pitchFamily="18" charset="-122"/>
                        </a:rPr>
                        <a:t>Track、 </a:t>
                      </a:r>
                      <a:r>
                        <a:rPr lang="zh-CN" altLang="en-US" sz="1100" b="0" i="0" u="none" strike="noStrike" dirty="0">
                          <a:solidFill>
                            <a:srgbClr val="000000"/>
                          </a:solidFill>
                          <a:effectLst/>
                          <a:latin typeface="思源宋体" panose="02020400000000000000" pitchFamily="18" charset="-122"/>
                          <a:ea typeface="思源宋体" panose="02020400000000000000" pitchFamily="18" charset="-122"/>
                        </a:rPr>
                        <a:t>曝光 、 显影</a:t>
                      </a:r>
                      <a:r>
                        <a:rPr lang="en-US" altLang="zh-CN" sz="1100" b="0" i="0" u="none" strike="noStrike" dirty="0">
                          <a:solidFill>
                            <a:srgbClr val="000000"/>
                          </a:solidFill>
                          <a:effectLst/>
                          <a:latin typeface="思源宋体" panose="02020400000000000000" pitchFamily="18" charset="-122"/>
                          <a:ea typeface="思源宋体" panose="02020400000000000000" pitchFamily="18" charset="-122"/>
                        </a:rPr>
                        <a:t>100</a:t>
                      </a:r>
                      <a:r>
                        <a:rPr lang="en-US" sz="1100" b="0" i="0" u="none" strike="noStrike" dirty="0">
                          <a:solidFill>
                            <a:srgbClr val="000000"/>
                          </a:solidFill>
                          <a:effectLst/>
                          <a:latin typeface="思源宋体" panose="02020400000000000000" pitchFamily="18" charset="-122"/>
                          <a:ea typeface="思源宋体" panose="02020400000000000000" pitchFamily="18" charset="-122"/>
                        </a:rPr>
                        <a:t>D</a:t>
                      </a:r>
                      <a:r>
                        <a:rPr lang="zh-CN" altLang="en-US" sz="1100" b="0" i="0" u="none" strike="noStrike" dirty="0">
                          <a:solidFill>
                            <a:srgbClr val="000000"/>
                          </a:solidFill>
                          <a:effectLst/>
                          <a:latin typeface="思源宋体" panose="02020400000000000000" pitchFamily="18" charset="-122"/>
                          <a:ea typeface="思源宋体" panose="02020400000000000000" pitchFamily="18" charset="-122"/>
                        </a:rPr>
                        <a:t>内的中位数</a:t>
                      </a:r>
                      <a:br>
                        <a:rPr lang="zh-CN" altLang="en-US" sz="1100" b="0" i="0" u="none" strike="noStrike" dirty="0">
                          <a:solidFill>
                            <a:srgbClr val="000000"/>
                          </a:solidFill>
                          <a:effectLst/>
                          <a:latin typeface="思源宋体" panose="02020400000000000000" pitchFamily="18" charset="-122"/>
                          <a:ea typeface="思源宋体" panose="02020400000000000000" pitchFamily="18" charset="-122"/>
                        </a:rPr>
                      </a:br>
                      <a:r>
                        <a:rPr lang="zh-CN" altLang="en-US" sz="1100" b="0" i="0" u="none" strike="noStrike" dirty="0">
                          <a:solidFill>
                            <a:srgbClr val="000000"/>
                          </a:solidFill>
                          <a:effectLst/>
                          <a:latin typeface="思源宋体" panose="02020400000000000000" pitchFamily="18" charset="-122"/>
                          <a:ea typeface="思源宋体" panose="02020400000000000000" pitchFamily="18" charset="-122"/>
                        </a:rPr>
                        <a:t>➁</a:t>
                      </a:r>
                      <a:r>
                        <a:rPr lang="en-US" altLang="zh-CN" sz="1100" b="0" i="0" u="none" strike="noStrike" dirty="0">
                          <a:solidFill>
                            <a:srgbClr val="000000"/>
                          </a:solidFill>
                          <a:effectLst/>
                          <a:latin typeface="思源宋体" panose="02020400000000000000" pitchFamily="18" charset="-122"/>
                          <a:ea typeface="思源宋体" panose="02020400000000000000" pitchFamily="18" charset="-122"/>
                        </a:rPr>
                        <a:t>.</a:t>
                      </a:r>
                      <a:r>
                        <a:rPr lang="en-US" sz="1100" b="0" i="0" u="none" strike="noStrike" dirty="0">
                          <a:solidFill>
                            <a:srgbClr val="000000"/>
                          </a:solidFill>
                          <a:effectLst/>
                          <a:latin typeface="思源宋体" panose="02020400000000000000" pitchFamily="18" charset="-122"/>
                          <a:ea typeface="思源宋体" panose="02020400000000000000" pitchFamily="18" charset="-122"/>
                        </a:rPr>
                        <a:t>STD </a:t>
                      </a:r>
                      <a:r>
                        <a:rPr lang="en-US" sz="1100" b="0" i="0" u="none" strike="noStrike" dirty="0" smtClean="0">
                          <a:solidFill>
                            <a:srgbClr val="000000"/>
                          </a:solidFill>
                          <a:effectLst/>
                          <a:latin typeface="思源宋体" panose="02020400000000000000" pitchFamily="18" charset="-122"/>
                          <a:ea typeface="思源宋体" panose="02020400000000000000" pitchFamily="18" charset="-122"/>
                        </a:rPr>
                        <a:t>TC*3</a:t>
                      </a:r>
                      <a:endParaRPr lang="en-US" sz="1100" b="0" i="0" u="none" strike="noStrike" dirty="0">
                        <a:solidFill>
                          <a:srgbClr val="000000"/>
                        </a:solidFill>
                        <a:effectLst/>
                        <a:latin typeface="思源宋体" panose="02020400000000000000" pitchFamily="18" charset="-122"/>
                        <a:ea typeface="思源宋体" panose="02020400000000000000" pitchFamily="18" charset="-122"/>
                      </a:endParaRPr>
                    </a:p>
                  </a:txBody>
                  <a:tcPr marL="6391" marR="6391" marT="63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3504118751"/>
                  </a:ext>
                </a:extLst>
              </a:tr>
              <a:tr h="1425610">
                <a:tc vMerge="1">
                  <a:txBody>
                    <a:bodyPr/>
                    <a:lstStyle/>
                    <a:p>
                      <a:endParaRPr lang="zh-CN" altLang="en-US"/>
                    </a:p>
                  </a:txBody>
                  <a:tcPr/>
                </a:tc>
                <a:tc>
                  <a:txBody>
                    <a:bodyPr/>
                    <a:lstStyle>
                      <a:lvl1pPr marL="0" algn="l" defTabSz="914400" rtl="0" eaLnBrk="1" latinLnBrk="0" hangingPunct="1">
                        <a:defRPr sz="1800" kern="1200">
                          <a:solidFill>
                            <a:schemeClr val="tx1"/>
                          </a:solidFill>
                          <a:latin typeface="等线"/>
                        </a:defRPr>
                      </a:lvl1pPr>
                      <a:lvl2pPr marL="457200" algn="l" defTabSz="914400" rtl="0" eaLnBrk="1" latinLnBrk="0" hangingPunct="1">
                        <a:defRPr sz="1800" kern="1200">
                          <a:solidFill>
                            <a:schemeClr val="tx1"/>
                          </a:solidFill>
                          <a:latin typeface="等线"/>
                        </a:defRPr>
                      </a:lvl2pPr>
                      <a:lvl3pPr marL="914400" algn="l" defTabSz="914400" rtl="0" eaLnBrk="1" latinLnBrk="0" hangingPunct="1">
                        <a:defRPr sz="1800" kern="1200">
                          <a:solidFill>
                            <a:schemeClr val="tx1"/>
                          </a:solidFill>
                          <a:latin typeface="等线"/>
                        </a:defRPr>
                      </a:lvl3pPr>
                      <a:lvl4pPr marL="1371600" algn="l" defTabSz="914400" rtl="0" eaLnBrk="1" latinLnBrk="0" hangingPunct="1">
                        <a:defRPr sz="1800" kern="1200">
                          <a:solidFill>
                            <a:schemeClr val="tx1"/>
                          </a:solidFill>
                          <a:latin typeface="等线"/>
                        </a:defRPr>
                      </a:lvl4pPr>
                      <a:lvl5pPr marL="1828800" algn="l" defTabSz="914400" rtl="0" eaLnBrk="1" latinLnBrk="0" hangingPunct="1">
                        <a:defRPr sz="1800" kern="1200">
                          <a:solidFill>
                            <a:schemeClr val="tx1"/>
                          </a:solidFill>
                          <a:latin typeface="等线"/>
                        </a:defRPr>
                      </a:lvl5pPr>
                      <a:lvl6pPr marL="2286000" algn="l" defTabSz="914400" rtl="0" eaLnBrk="1" latinLnBrk="0" hangingPunct="1">
                        <a:defRPr sz="1800" kern="1200">
                          <a:solidFill>
                            <a:schemeClr val="tx1"/>
                          </a:solidFill>
                          <a:latin typeface="等线"/>
                        </a:defRPr>
                      </a:lvl6pPr>
                      <a:lvl7pPr marL="2743200" algn="l" defTabSz="914400" rtl="0" eaLnBrk="1" latinLnBrk="0" hangingPunct="1">
                        <a:defRPr sz="1800" kern="1200">
                          <a:solidFill>
                            <a:schemeClr val="tx1"/>
                          </a:solidFill>
                          <a:latin typeface="等线"/>
                        </a:defRPr>
                      </a:lvl7pPr>
                      <a:lvl8pPr marL="3200400" algn="l" defTabSz="914400" rtl="0" eaLnBrk="1" latinLnBrk="0" hangingPunct="1">
                        <a:defRPr sz="1800" kern="1200">
                          <a:solidFill>
                            <a:schemeClr val="tx1"/>
                          </a:solidFill>
                          <a:latin typeface="等线"/>
                        </a:defRPr>
                      </a:lvl8pPr>
                      <a:lvl9pPr marL="3657600" algn="l" defTabSz="914400" rtl="0" eaLnBrk="1" latinLnBrk="0" hangingPunct="1">
                        <a:defRPr sz="1800" kern="1200">
                          <a:solidFill>
                            <a:schemeClr val="tx1"/>
                          </a:solidFill>
                          <a:latin typeface="等线"/>
                        </a:defRPr>
                      </a:lvl9pPr>
                    </a:lstStyle>
                    <a:p>
                      <a:pPr algn="ctr" rtl="0" fontAlgn="ctr"/>
                      <a:r>
                        <a:rPr lang="en-US" sz="1100" b="0" i="0" u="none" strike="noStrike" dirty="0">
                          <a:solidFill>
                            <a:srgbClr val="000000"/>
                          </a:solidFill>
                          <a:effectLst/>
                          <a:latin typeface="思源宋体" panose="02020400000000000000" pitchFamily="18" charset="-122"/>
                          <a:ea typeface="思源宋体" panose="02020400000000000000" pitchFamily="18" charset="-122"/>
                        </a:rPr>
                        <a:t>ETCH</a:t>
                      </a:r>
                    </a:p>
                  </a:txBody>
                  <a:tcPr marL="6391" marR="6391" marT="63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a:defRPr>
                      </a:lvl1pPr>
                      <a:lvl2pPr marL="457200" algn="l" defTabSz="914400" rtl="0" eaLnBrk="1" latinLnBrk="0" hangingPunct="1">
                        <a:defRPr sz="1800" kern="1200">
                          <a:solidFill>
                            <a:schemeClr val="tx1"/>
                          </a:solidFill>
                          <a:latin typeface="等线"/>
                        </a:defRPr>
                      </a:lvl2pPr>
                      <a:lvl3pPr marL="914400" algn="l" defTabSz="914400" rtl="0" eaLnBrk="1" latinLnBrk="0" hangingPunct="1">
                        <a:defRPr sz="1800" kern="1200">
                          <a:solidFill>
                            <a:schemeClr val="tx1"/>
                          </a:solidFill>
                          <a:latin typeface="等线"/>
                        </a:defRPr>
                      </a:lvl3pPr>
                      <a:lvl4pPr marL="1371600" algn="l" defTabSz="914400" rtl="0" eaLnBrk="1" latinLnBrk="0" hangingPunct="1">
                        <a:defRPr sz="1800" kern="1200">
                          <a:solidFill>
                            <a:schemeClr val="tx1"/>
                          </a:solidFill>
                          <a:latin typeface="等线"/>
                        </a:defRPr>
                      </a:lvl4pPr>
                      <a:lvl5pPr marL="1828800" algn="l" defTabSz="914400" rtl="0" eaLnBrk="1" latinLnBrk="0" hangingPunct="1">
                        <a:defRPr sz="1800" kern="1200">
                          <a:solidFill>
                            <a:schemeClr val="tx1"/>
                          </a:solidFill>
                          <a:latin typeface="等线"/>
                        </a:defRPr>
                      </a:lvl5pPr>
                      <a:lvl6pPr marL="2286000" algn="l" defTabSz="914400" rtl="0" eaLnBrk="1" latinLnBrk="0" hangingPunct="1">
                        <a:defRPr sz="1800" kern="1200">
                          <a:solidFill>
                            <a:schemeClr val="tx1"/>
                          </a:solidFill>
                          <a:latin typeface="等线"/>
                        </a:defRPr>
                      </a:lvl6pPr>
                      <a:lvl7pPr marL="2743200" algn="l" defTabSz="914400" rtl="0" eaLnBrk="1" latinLnBrk="0" hangingPunct="1">
                        <a:defRPr sz="1800" kern="1200">
                          <a:solidFill>
                            <a:schemeClr val="tx1"/>
                          </a:solidFill>
                          <a:latin typeface="等线"/>
                        </a:defRPr>
                      </a:lvl7pPr>
                      <a:lvl8pPr marL="3200400" algn="l" defTabSz="914400" rtl="0" eaLnBrk="1" latinLnBrk="0" hangingPunct="1">
                        <a:defRPr sz="1800" kern="1200">
                          <a:solidFill>
                            <a:schemeClr val="tx1"/>
                          </a:solidFill>
                          <a:latin typeface="等线"/>
                        </a:defRPr>
                      </a:lvl8pPr>
                      <a:lvl9pPr marL="3657600" algn="l" defTabSz="914400" rtl="0" eaLnBrk="1" latinLnBrk="0" hangingPunct="1">
                        <a:defRPr sz="1800" kern="1200">
                          <a:solidFill>
                            <a:schemeClr val="tx1"/>
                          </a:solidFill>
                          <a:latin typeface="等线"/>
                        </a:defRPr>
                      </a:lvl9pPr>
                    </a:lstStyle>
                    <a:p>
                      <a:pPr algn="l" rtl="0" fontAlgn="t"/>
                      <a:r>
                        <a:rPr lang="zh-CN" altLang="en-US" sz="1100" b="1" i="0" u="none" strike="noStrike" dirty="0">
                          <a:solidFill>
                            <a:srgbClr val="000000"/>
                          </a:solidFill>
                          <a:effectLst/>
                          <a:latin typeface="思源宋体" panose="02020400000000000000" pitchFamily="18" charset="-122"/>
                          <a:ea typeface="思源宋体" panose="02020400000000000000" pitchFamily="18" charset="-122"/>
                        </a:rPr>
                        <a:t>已抽片</a:t>
                      </a:r>
                      <a:r>
                        <a:rPr lang="en-US" sz="1100" b="1" i="0" u="none" strike="noStrike" dirty="0">
                          <a:solidFill>
                            <a:srgbClr val="000000"/>
                          </a:solidFill>
                          <a:effectLst/>
                          <a:latin typeface="思源宋体" panose="02020400000000000000" pitchFamily="18" charset="-122"/>
                          <a:ea typeface="思源宋体" panose="02020400000000000000" pitchFamily="18" charset="-122"/>
                        </a:rPr>
                        <a:t>Lot(LEMS</a:t>
                      </a:r>
                      <a:r>
                        <a:rPr lang="zh-CN" altLang="en-US" sz="1100" b="1" i="0" u="none" strike="noStrike" dirty="0">
                          <a:solidFill>
                            <a:srgbClr val="000000"/>
                          </a:solidFill>
                          <a:effectLst/>
                          <a:latin typeface="思源宋体" panose="02020400000000000000" pitchFamily="18" charset="-122"/>
                          <a:ea typeface="思源宋体" panose="02020400000000000000" pitchFamily="18" charset="-122"/>
                        </a:rPr>
                        <a:t>资料</a:t>
                      </a:r>
                      <a:r>
                        <a:rPr lang="en-US" altLang="zh-CN" sz="1100" b="1" i="0" u="none" strike="noStrike" dirty="0">
                          <a:solidFill>
                            <a:srgbClr val="000000"/>
                          </a:solidFill>
                          <a:effectLst/>
                          <a:latin typeface="思源宋体" panose="02020400000000000000" pitchFamily="18" charset="-122"/>
                          <a:ea typeface="思源宋体" panose="02020400000000000000" pitchFamily="18" charset="-122"/>
                        </a:rPr>
                        <a:t>): </a:t>
                      </a:r>
                      <a:r>
                        <a:rPr lang="zh-CN" altLang="en-US" sz="1100" b="0" i="0" u="none" strike="noStrike" dirty="0">
                          <a:solidFill>
                            <a:srgbClr val="000000"/>
                          </a:solidFill>
                          <a:effectLst/>
                          <a:latin typeface="思源宋体" panose="02020400000000000000" pitchFamily="18" charset="-122"/>
                          <a:ea typeface="思源宋体" panose="02020400000000000000" pitchFamily="18" charset="-122"/>
                        </a:rPr>
                        <a:t/>
                      </a:r>
                      <a:br>
                        <a:rPr lang="zh-CN" altLang="en-US" sz="1100" b="0" i="0" u="none" strike="noStrike" dirty="0">
                          <a:solidFill>
                            <a:srgbClr val="000000"/>
                          </a:solidFill>
                          <a:effectLst/>
                          <a:latin typeface="思源宋体" panose="02020400000000000000" pitchFamily="18" charset="-122"/>
                          <a:ea typeface="思源宋体" panose="02020400000000000000" pitchFamily="18" charset="-122"/>
                        </a:rPr>
                      </a:br>
                      <a:r>
                        <a:rPr lang="zh-CN" altLang="en-US" sz="1100" b="0" i="0" u="none" strike="noStrike" dirty="0">
                          <a:solidFill>
                            <a:srgbClr val="000000"/>
                          </a:solidFill>
                          <a:effectLst/>
                          <a:latin typeface="思源宋体" panose="02020400000000000000" pitchFamily="18" charset="-122"/>
                          <a:ea typeface="思源宋体" panose="02020400000000000000" pitchFamily="18" charset="-122"/>
                        </a:rPr>
                        <a:t>   ➀</a:t>
                      </a:r>
                      <a:r>
                        <a:rPr lang="en-US" altLang="zh-CN" sz="1100" b="0" i="0" u="none" strike="noStrike" dirty="0">
                          <a:solidFill>
                            <a:srgbClr val="000000"/>
                          </a:solidFill>
                          <a:effectLst/>
                          <a:latin typeface="思源宋体" panose="02020400000000000000" pitchFamily="18" charset="-122"/>
                          <a:ea typeface="思源宋体" panose="02020400000000000000" pitchFamily="18" charset="-122"/>
                        </a:rPr>
                        <a:t>.</a:t>
                      </a:r>
                      <a:r>
                        <a:rPr lang="en-US" sz="1100" b="0" i="0" u="none" strike="noStrike" dirty="0">
                          <a:solidFill>
                            <a:srgbClr val="000000"/>
                          </a:solidFill>
                          <a:effectLst/>
                          <a:latin typeface="思源宋体" panose="02020400000000000000" pitchFamily="18" charset="-122"/>
                          <a:ea typeface="思源宋体" panose="02020400000000000000" pitchFamily="18" charset="-122"/>
                        </a:rPr>
                        <a:t>Now time-</a:t>
                      </a:r>
                      <a:r>
                        <a:rPr lang="zh-CN" altLang="en-US" sz="1100" b="0" i="0" u="none" strike="noStrike" dirty="0">
                          <a:solidFill>
                            <a:srgbClr val="000000"/>
                          </a:solidFill>
                          <a:effectLst/>
                          <a:latin typeface="思源宋体" panose="02020400000000000000" pitchFamily="18" charset="-122"/>
                          <a:ea typeface="思源宋体" panose="02020400000000000000" pitchFamily="18" charset="-122"/>
                        </a:rPr>
                        <a:t>上一片</a:t>
                      </a:r>
                      <a:r>
                        <a:rPr lang="en-US" sz="1100" b="0" i="0" u="none" strike="noStrike" dirty="0">
                          <a:solidFill>
                            <a:srgbClr val="000000"/>
                          </a:solidFill>
                          <a:effectLst/>
                          <a:latin typeface="思源宋体" panose="02020400000000000000" pitchFamily="18" charset="-122"/>
                          <a:ea typeface="思源宋体" panose="02020400000000000000" pitchFamily="18" charset="-122"/>
                        </a:rPr>
                        <a:t>wafer start time&gt;STD TC/25+1H</a:t>
                      </a:r>
                      <a:br>
                        <a:rPr lang="en-US" sz="1100" b="0" i="0" u="none" strike="noStrike" dirty="0">
                          <a:solidFill>
                            <a:srgbClr val="000000"/>
                          </a:solidFill>
                          <a:effectLst/>
                          <a:latin typeface="思源宋体" panose="02020400000000000000" pitchFamily="18" charset="-122"/>
                          <a:ea typeface="思源宋体" panose="02020400000000000000" pitchFamily="18" charset="-122"/>
                        </a:rPr>
                      </a:br>
                      <a:r>
                        <a:rPr lang="en-US" sz="1100" b="0" i="0" u="none" strike="noStrike" dirty="0">
                          <a:solidFill>
                            <a:srgbClr val="000000"/>
                          </a:solidFill>
                          <a:effectLst/>
                          <a:latin typeface="思源宋体" panose="02020400000000000000" pitchFamily="18" charset="-122"/>
                          <a:ea typeface="思源宋体" panose="02020400000000000000" pitchFamily="18" charset="-122"/>
                        </a:rPr>
                        <a:t>        (</a:t>
                      </a:r>
                      <a:r>
                        <a:rPr lang="en-US" sz="1100" b="0" i="0" u="none" strike="noStrike" kern="1200" dirty="0">
                          <a:solidFill>
                            <a:srgbClr val="000000"/>
                          </a:solidFill>
                          <a:effectLst/>
                          <a:latin typeface="思源宋体" panose="02020400000000000000" pitchFamily="18" charset="-122"/>
                          <a:ea typeface="思源宋体" panose="02020400000000000000" pitchFamily="18" charset="-122"/>
                          <a:cs typeface="+mn-cs"/>
                        </a:rPr>
                        <a:t>Buffer </a:t>
                      </a:r>
                      <a:r>
                        <a:rPr lang="zh-CN" altLang="en-US" sz="1100" b="0" i="0" u="none" strike="noStrike" kern="1200" dirty="0">
                          <a:solidFill>
                            <a:srgbClr val="000000"/>
                          </a:solidFill>
                          <a:effectLst/>
                          <a:latin typeface="思源宋体" panose="02020400000000000000" pitchFamily="18" charset="-122"/>
                          <a:ea typeface="思源宋体" panose="02020400000000000000" pitchFamily="18" charset="-122"/>
                          <a:cs typeface="+mn-cs"/>
                        </a:rPr>
                        <a:t>时间</a:t>
                      </a:r>
                      <a:r>
                        <a:rPr lang="en-US" altLang="zh-CN" sz="1100" b="0" i="0" u="none" strike="noStrike" kern="1200" dirty="0">
                          <a:solidFill>
                            <a:srgbClr val="000000"/>
                          </a:solidFill>
                          <a:effectLst/>
                          <a:latin typeface="思源宋体" panose="02020400000000000000" pitchFamily="18" charset="-122"/>
                          <a:ea typeface="思源宋体" panose="02020400000000000000" pitchFamily="18" charset="-122"/>
                          <a:cs typeface="+mn-cs"/>
                        </a:rPr>
                        <a:t>: </a:t>
                      </a:r>
                      <a:r>
                        <a:rPr lang="en-US" altLang="zh-CN" sz="1100" b="0" i="0" u="none" strike="noStrike" kern="1200" dirty="0" smtClean="0">
                          <a:solidFill>
                            <a:srgbClr val="000000"/>
                          </a:solidFill>
                          <a:effectLst/>
                          <a:latin typeface="思源宋体" panose="02020400000000000000" pitchFamily="18" charset="-122"/>
                          <a:ea typeface="思源宋体" panose="02020400000000000000" pitchFamily="18" charset="-122"/>
                          <a:cs typeface="+mn-cs"/>
                        </a:rPr>
                        <a:t>EAK/EBK/EAM/EBM/ELS</a:t>
                      </a:r>
                      <a:r>
                        <a:rPr lang="en-US" sz="1100" b="0" i="0" u="none" strike="noStrike" kern="1200" dirty="0" smtClean="0">
                          <a:solidFill>
                            <a:srgbClr val="000000"/>
                          </a:solidFill>
                          <a:effectLst/>
                          <a:latin typeface="思源宋体" panose="02020400000000000000" pitchFamily="18" charset="-122"/>
                          <a:ea typeface="思源宋体" panose="02020400000000000000" pitchFamily="18" charset="-122"/>
                          <a:cs typeface="+mn-cs"/>
                        </a:rPr>
                        <a:t> </a:t>
                      </a:r>
                      <a:r>
                        <a:rPr lang="en-US" sz="1100" b="0" i="0" u="none" strike="noStrike" kern="1200" dirty="0">
                          <a:solidFill>
                            <a:srgbClr val="000000"/>
                          </a:solidFill>
                          <a:effectLst/>
                          <a:latin typeface="思源宋体" panose="02020400000000000000" pitchFamily="18" charset="-122"/>
                          <a:ea typeface="思源宋体" panose="02020400000000000000" pitchFamily="18" charset="-122"/>
                          <a:cs typeface="+mn-cs"/>
                        </a:rPr>
                        <a:t>0.5H,</a:t>
                      </a:r>
                      <a:r>
                        <a:rPr lang="zh-CN" altLang="en-US" sz="1100" b="0" i="0" u="none" strike="noStrike" kern="1200" dirty="0">
                          <a:solidFill>
                            <a:srgbClr val="000000"/>
                          </a:solidFill>
                          <a:effectLst/>
                          <a:latin typeface="思源宋体" panose="02020400000000000000" pitchFamily="18" charset="-122"/>
                          <a:ea typeface="思源宋体" panose="02020400000000000000" pitchFamily="18" charset="-122"/>
                          <a:cs typeface="+mn-cs"/>
                        </a:rPr>
                        <a:t>其他抓</a:t>
                      </a:r>
                      <a:r>
                        <a:rPr lang="en-US" altLang="zh-CN" sz="1100" b="0" i="0" u="none" strike="noStrike" kern="1200" dirty="0">
                          <a:solidFill>
                            <a:srgbClr val="000000"/>
                          </a:solidFill>
                          <a:effectLst/>
                          <a:latin typeface="思源宋体" panose="02020400000000000000" pitchFamily="18" charset="-122"/>
                          <a:ea typeface="思源宋体" panose="02020400000000000000" pitchFamily="18" charset="-122"/>
                          <a:cs typeface="+mn-cs"/>
                        </a:rPr>
                        <a:t>1</a:t>
                      </a:r>
                      <a:r>
                        <a:rPr lang="en-US" sz="1100" b="0" i="0" u="none" strike="noStrike" kern="1200" dirty="0">
                          <a:solidFill>
                            <a:srgbClr val="000000"/>
                          </a:solidFill>
                          <a:effectLst/>
                          <a:latin typeface="思源宋体" panose="02020400000000000000" pitchFamily="18" charset="-122"/>
                          <a:ea typeface="思源宋体" panose="02020400000000000000" pitchFamily="18" charset="-122"/>
                          <a:cs typeface="+mn-cs"/>
                        </a:rPr>
                        <a:t>H)</a:t>
                      </a:r>
                      <a:r>
                        <a:rPr lang="en-US" sz="1100" b="0" i="0" u="none" strike="noStrike" dirty="0">
                          <a:solidFill>
                            <a:srgbClr val="000000"/>
                          </a:solidFill>
                          <a:effectLst/>
                          <a:latin typeface="思源宋体" panose="02020400000000000000" pitchFamily="18" charset="-122"/>
                          <a:ea typeface="思源宋体" panose="02020400000000000000" pitchFamily="18" charset="-122"/>
                        </a:rPr>
                        <a:t/>
                      </a:r>
                      <a:br>
                        <a:rPr lang="en-US" sz="1100" b="0" i="0" u="none" strike="noStrike" dirty="0">
                          <a:solidFill>
                            <a:srgbClr val="000000"/>
                          </a:solidFill>
                          <a:effectLst/>
                          <a:latin typeface="思源宋体" panose="02020400000000000000" pitchFamily="18" charset="-122"/>
                          <a:ea typeface="思源宋体" panose="02020400000000000000" pitchFamily="18" charset="-122"/>
                        </a:rPr>
                      </a:br>
                      <a:r>
                        <a:rPr lang="en-US" sz="1100" b="0" i="0" u="none" strike="noStrike" dirty="0">
                          <a:solidFill>
                            <a:srgbClr val="000000"/>
                          </a:solidFill>
                          <a:effectLst/>
                          <a:latin typeface="思源宋体" panose="02020400000000000000" pitchFamily="18" charset="-122"/>
                          <a:ea typeface="思源宋体" panose="02020400000000000000" pitchFamily="18" charset="-122"/>
                        </a:rPr>
                        <a:t>   ➁.</a:t>
                      </a:r>
                      <a:r>
                        <a:rPr lang="zh-CN" altLang="en-US" sz="1100" b="0" i="0" u="none" strike="noStrike" dirty="0">
                          <a:solidFill>
                            <a:srgbClr val="000000"/>
                          </a:solidFill>
                          <a:effectLst/>
                          <a:latin typeface="思源宋体" panose="02020400000000000000" pitchFamily="18" charset="-122"/>
                          <a:ea typeface="思源宋体" panose="02020400000000000000" pitchFamily="18" charset="-122"/>
                        </a:rPr>
                        <a:t>最后一片如果有</a:t>
                      </a:r>
                      <a:r>
                        <a:rPr lang="en-US" sz="1100" b="0" i="0" u="none" strike="noStrike" dirty="0" err="1">
                          <a:solidFill>
                            <a:srgbClr val="000000"/>
                          </a:solidFill>
                          <a:effectLst/>
                          <a:latin typeface="思源宋体" panose="02020400000000000000" pitchFamily="18" charset="-122"/>
                          <a:ea typeface="思源宋体" panose="02020400000000000000" pitchFamily="18" charset="-122"/>
                        </a:rPr>
                        <a:t>OperstionComplete</a:t>
                      </a:r>
                      <a:r>
                        <a:rPr lang="zh-CN" altLang="en-US" sz="1100" b="0" i="0" u="none" strike="noStrike" dirty="0">
                          <a:solidFill>
                            <a:srgbClr val="000000"/>
                          </a:solidFill>
                          <a:effectLst/>
                          <a:latin typeface="思源宋体" panose="02020400000000000000" pitchFamily="18" charset="-122"/>
                          <a:ea typeface="思源宋体" panose="02020400000000000000" pitchFamily="18" charset="-122"/>
                        </a:rPr>
                        <a:t>则不抓取</a:t>
                      </a:r>
                      <a:br>
                        <a:rPr lang="zh-CN" altLang="en-US" sz="1100" b="0" i="0" u="none" strike="noStrike" dirty="0">
                          <a:solidFill>
                            <a:srgbClr val="000000"/>
                          </a:solidFill>
                          <a:effectLst/>
                          <a:latin typeface="思源宋体" panose="02020400000000000000" pitchFamily="18" charset="-122"/>
                          <a:ea typeface="思源宋体" panose="02020400000000000000" pitchFamily="18" charset="-122"/>
                        </a:rPr>
                      </a:br>
                      <a:r>
                        <a:rPr lang="zh-CN" altLang="en-US" sz="1100" b="1" i="0" u="none" strike="noStrike" dirty="0">
                          <a:solidFill>
                            <a:srgbClr val="000000"/>
                          </a:solidFill>
                          <a:effectLst/>
                          <a:latin typeface="思源宋体" panose="02020400000000000000" pitchFamily="18" charset="-122"/>
                          <a:ea typeface="思源宋体" panose="02020400000000000000" pitchFamily="18" charset="-122"/>
                        </a:rPr>
                        <a:t>未抽片</a:t>
                      </a:r>
                      <a:r>
                        <a:rPr lang="en-US" sz="1100" b="1" i="0" u="none" strike="noStrike" dirty="0">
                          <a:solidFill>
                            <a:srgbClr val="000000"/>
                          </a:solidFill>
                          <a:effectLst/>
                          <a:latin typeface="思源宋体" panose="02020400000000000000" pitchFamily="18" charset="-122"/>
                          <a:ea typeface="思源宋体" panose="02020400000000000000" pitchFamily="18" charset="-122"/>
                        </a:rPr>
                        <a:t>Lot(LEMS</a:t>
                      </a:r>
                      <a:r>
                        <a:rPr lang="zh-CN" altLang="en-US" sz="1100" b="1" i="0" u="none" strike="noStrike" dirty="0">
                          <a:solidFill>
                            <a:srgbClr val="000000"/>
                          </a:solidFill>
                          <a:effectLst/>
                          <a:latin typeface="思源宋体" panose="02020400000000000000" pitchFamily="18" charset="-122"/>
                          <a:ea typeface="思源宋体" panose="02020400000000000000" pitchFamily="18" charset="-122"/>
                        </a:rPr>
                        <a:t>资料</a:t>
                      </a:r>
                      <a:r>
                        <a:rPr lang="en-US" altLang="zh-CN" sz="1100" b="1" i="0" u="none" strike="noStrike" dirty="0">
                          <a:solidFill>
                            <a:srgbClr val="000000"/>
                          </a:solidFill>
                          <a:effectLst/>
                          <a:latin typeface="思源宋体" panose="02020400000000000000" pitchFamily="18" charset="-122"/>
                          <a:ea typeface="思源宋体" panose="02020400000000000000" pitchFamily="18" charset="-122"/>
                        </a:rPr>
                        <a:t>):</a:t>
                      </a:r>
                      <a:r>
                        <a:rPr lang="zh-CN" altLang="en-US" sz="1100" b="0" i="0" u="none" strike="noStrike" dirty="0">
                          <a:solidFill>
                            <a:srgbClr val="000000"/>
                          </a:solidFill>
                          <a:effectLst/>
                          <a:latin typeface="思源宋体" panose="02020400000000000000" pitchFamily="18" charset="-122"/>
                          <a:ea typeface="思源宋体" panose="02020400000000000000" pitchFamily="18" charset="-122"/>
                        </a:rPr>
                        <a:t/>
                      </a:r>
                      <a:br>
                        <a:rPr lang="zh-CN" altLang="en-US" sz="1100" b="0" i="0" u="none" strike="noStrike" dirty="0">
                          <a:solidFill>
                            <a:srgbClr val="000000"/>
                          </a:solidFill>
                          <a:effectLst/>
                          <a:latin typeface="思源宋体" panose="02020400000000000000" pitchFamily="18" charset="-122"/>
                          <a:ea typeface="思源宋体" panose="02020400000000000000" pitchFamily="18" charset="-122"/>
                        </a:rPr>
                      </a:br>
                      <a:r>
                        <a:rPr lang="zh-CN" altLang="en-US" sz="1100" b="0" i="0" u="none" strike="noStrike" dirty="0">
                          <a:solidFill>
                            <a:srgbClr val="000000"/>
                          </a:solidFill>
                          <a:effectLst/>
                          <a:latin typeface="思源宋体" panose="02020400000000000000" pitchFamily="18" charset="-122"/>
                          <a:ea typeface="思源宋体" panose="02020400000000000000" pitchFamily="18" charset="-122"/>
                        </a:rPr>
                        <a:t>   ➀</a:t>
                      </a:r>
                      <a:r>
                        <a:rPr lang="en-US" altLang="zh-CN" sz="1100" b="0" i="0" u="none" strike="noStrike" dirty="0">
                          <a:solidFill>
                            <a:srgbClr val="000000"/>
                          </a:solidFill>
                          <a:effectLst/>
                          <a:latin typeface="思源宋体" panose="02020400000000000000" pitchFamily="18" charset="-122"/>
                          <a:ea typeface="思源宋体" panose="02020400000000000000" pitchFamily="18" charset="-122"/>
                        </a:rPr>
                        <a:t>.</a:t>
                      </a:r>
                      <a:r>
                        <a:rPr lang="en-US" sz="1100" b="0" i="0" u="none" strike="noStrike" dirty="0">
                          <a:solidFill>
                            <a:srgbClr val="000000"/>
                          </a:solidFill>
                          <a:effectLst/>
                          <a:latin typeface="思源宋体" panose="02020400000000000000" pitchFamily="18" charset="-122"/>
                          <a:ea typeface="思源宋体" panose="02020400000000000000" pitchFamily="18" charset="-122"/>
                        </a:rPr>
                        <a:t>Now-</a:t>
                      </a:r>
                      <a:r>
                        <a:rPr lang="en-US" sz="1100" b="0" i="0" u="none" strike="noStrike" dirty="0" err="1">
                          <a:solidFill>
                            <a:srgbClr val="000000"/>
                          </a:solidFill>
                          <a:effectLst/>
                          <a:latin typeface="思源宋体" panose="02020400000000000000" pitchFamily="18" charset="-122"/>
                          <a:ea typeface="思源宋体" panose="02020400000000000000" pitchFamily="18" charset="-122"/>
                        </a:rPr>
                        <a:t>OperstionStart</a:t>
                      </a:r>
                      <a:r>
                        <a:rPr lang="en-US" sz="1100" b="0" i="0" u="none" strike="noStrike" dirty="0">
                          <a:solidFill>
                            <a:srgbClr val="000000"/>
                          </a:solidFill>
                          <a:effectLst/>
                          <a:latin typeface="思源宋体" panose="02020400000000000000" pitchFamily="18" charset="-122"/>
                          <a:ea typeface="思源宋体" panose="02020400000000000000" pitchFamily="18" charset="-122"/>
                        </a:rPr>
                        <a:t>&gt;Sum </a:t>
                      </a:r>
                      <a:r>
                        <a:rPr lang="zh-CN" altLang="en-US" sz="1100" b="0" i="0" u="none" strike="noStrike" dirty="0" smtClean="0">
                          <a:solidFill>
                            <a:srgbClr val="000000"/>
                          </a:solidFill>
                          <a:effectLst/>
                          <a:latin typeface="思源宋体" panose="02020400000000000000" pitchFamily="18" charset="-122"/>
                          <a:ea typeface="思源宋体" panose="02020400000000000000" pitchFamily="18" charset="-122"/>
                        </a:rPr>
                        <a:t>所有</a:t>
                      </a:r>
                      <a:r>
                        <a:rPr lang="en-US" sz="1100" b="0" i="0" u="none" strike="noStrike" dirty="0" smtClean="0">
                          <a:solidFill>
                            <a:srgbClr val="000000"/>
                          </a:solidFill>
                          <a:effectLst/>
                          <a:latin typeface="思源宋体" panose="02020400000000000000" pitchFamily="18" charset="-122"/>
                          <a:ea typeface="思源宋体" panose="02020400000000000000" pitchFamily="18" charset="-122"/>
                        </a:rPr>
                        <a:t>LP STD TC</a:t>
                      </a:r>
                      <a:r>
                        <a:rPr lang="zh-CN" altLang="en-US" sz="1100" b="0" i="0" u="none" strike="noStrike" dirty="0">
                          <a:solidFill>
                            <a:srgbClr val="000000"/>
                          </a:solidFill>
                          <a:effectLst/>
                          <a:latin typeface="思源宋体" panose="02020400000000000000" pitchFamily="18" charset="-122"/>
                          <a:ea typeface="思源宋体" panose="02020400000000000000" pitchFamily="18" charset="-122"/>
                        </a:rPr>
                        <a:t>之和</a:t>
                      </a:r>
                      <a:r>
                        <a:rPr lang="en-US" altLang="zh-CN" sz="1100" b="0" i="0" u="none" strike="noStrike" dirty="0">
                          <a:solidFill>
                            <a:srgbClr val="000000"/>
                          </a:solidFill>
                          <a:effectLst/>
                          <a:latin typeface="思源宋体" panose="02020400000000000000" pitchFamily="18" charset="-122"/>
                          <a:ea typeface="思源宋体" panose="02020400000000000000" pitchFamily="18" charset="-122"/>
                        </a:rPr>
                        <a:t>+2</a:t>
                      </a:r>
                      <a:r>
                        <a:rPr lang="en-US" sz="1100" b="0" i="0" u="none" strike="noStrike" dirty="0">
                          <a:solidFill>
                            <a:srgbClr val="000000"/>
                          </a:solidFill>
                          <a:effectLst/>
                          <a:latin typeface="思源宋体" panose="02020400000000000000" pitchFamily="18" charset="-122"/>
                          <a:ea typeface="思源宋体" panose="02020400000000000000" pitchFamily="18" charset="-122"/>
                        </a:rPr>
                        <a:t>H</a:t>
                      </a:r>
                      <a:br>
                        <a:rPr lang="en-US" sz="1100" b="0" i="0" u="none" strike="noStrike" dirty="0">
                          <a:solidFill>
                            <a:srgbClr val="000000"/>
                          </a:solidFill>
                          <a:effectLst/>
                          <a:latin typeface="思源宋体" panose="02020400000000000000" pitchFamily="18" charset="-122"/>
                          <a:ea typeface="思源宋体" panose="02020400000000000000" pitchFamily="18" charset="-122"/>
                        </a:rPr>
                      </a:br>
                      <a:r>
                        <a:rPr lang="en-US" sz="1100" b="0" i="0" u="none" strike="noStrike" dirty="0">
                          <a:solidFill>
                            <a:srgbClr val="000000"/>
                          </a:solidFill>
                          <a:effectLst/>
                          <a:latin typeface="思源宋体" panose="02020400000000000000" pitchFamily="18" charset="-122"/>
                          <a:ea typeface="思源宋体" panose="02020400000000000000" pitchFamily="18" charset="-122"/>
                        </a:rPr>
                        <a:t>       (Buffer </a:t>
                      </a:r>
                      <a:r>
                        <a:rPr lang="zh-CN" altLang="en-US" sz="1100" b="0" i="0" u="none" strike="noStrike" dirty="0">
                          <a:solidFill>
                            <a:srgbClr val="000000"/>
                          </a:solidFill>
                          <a:effectLst/>
                          <a:latin typeface="思源宋体" panose="02020400000000000000" pitchFamily="18" charset="-122"/>
                          <a:ea typeface="思源宋体" panose="02020400000000000000" pitchFamily="18" charset="-122"/>
                        </a:rPr>
                        <a:t>时间</a:t>
                      </a:r>
                      <a:r>
                        <a:rPr lang="en-US" altLang="zh-CN" sz="1100" b="0" i="0" u="none" strike="noStrike" dirty="0">
                          <a:solidFill>
                            <a:srgbClr val="000000"/>
                          </a:solidFill>
                          <a:effectLst/>
                          <a:latin typeface="思源宋体" panose="02020400000000000000" pitchFamily="18" charset="-122"/>
                          <a:ea typeface="思源宋体" panose="02020400000000000000" pitchFamily="18" charset="-122"/>
                        </a:rPr>
                        <a:t>: </a:t>
                      </a:r>
                      <a:r>
                        <a:rPr lang="en-US" altLang="zh-CN" sz="1100" b="0" i="0" u="none" strike="noStrike" kern="1200" dirty="0" smtClean="0">
                          <a:solidFill>
                            <a:srgbClr val="000000"/>
                          </a:solidFill>
                          <a:effectLst/>
                          <a:latin typeface="思源宋体" panose="02020400000000000000" pitchFamily="18" charset="-122"/>
                          <a:ea typeface="思源宋体" panose="02020400000000000000" pitchFamily="18" charset="-122"/>
                          <a:cs typeface="+mn-cs"/>
                        </a:rPr>
                        <a:t>EAK/EBK/EAM/EBM/ELS</a:t>
                      </a:r>
                      <a:r>
                        <a:rPr lang="en-US" sz="1100" b="0" i="0" u="none" strike="noStrike" dirty="0" smtClean="0">
                          <a:solidFill>
                            <a:srgbClr val="000000"/>
                          </a:solidFill>
                          <a:effectLst/>
                          <a:latin typeface="思源宋体" panose="02020400000000000000" pitchFamily="18" charset="-122"/>
                          <a:ea typeface="思源宋体" panose="02020400000000000000" pitchFamily="18" charset="-122"/>
                        </a:rPr>
                        <a:t> </a:t>
                      </a:r>
                      <a:r>
                        <a:rPr lang="en-US" sz="1100" b="0" i="0" u="none" strike="noStrike" dirty="0">
                          <a:solidFill>
                            <a:srgbClr val="000000"/>
                          </a:solidFill>
                          <a:effectLst/>
                          <a:latin typeface="思源宋体" panose="02020400000000000000" pitchFamily="18" charset="-122"/>
                          <a:ea typeface="思源宋体" panose="02020400000000000000" pitchFamily="18" charset="-122"/>
                        </a:rPr>
                        <a:t>1H,</a:t>
                      </a:r>
                      <a:r>
                        <a:rPr lang="zh-CN" altLang="en-US" sz="1100" b="0" i="0" u="none" strike="noStrike" dirty="0">
                          <a:solidFill>
                            <a:srgbClr val="000000"/>
                          </a:solidFill>
                          <a:effectLst/>
                          <a:latin typeface="思源宋体" panose="02020400000000000000" pitchFamily="18" charset="-122"/>
                          <a:ea typeface="思源宋体" panose="02020400000000000000" pitchFamily="18" charset="-122"/>
                        </a:rPr>
                        <a:t>其他抓</a:t>
                      </a:r>
                      <a:r>
                        <a:rPr lang="en-US" altLang="zh-CN" sz="1100" b="0" i="0" u="none" strike="noStrike" dirty="0">
                          <a:solidFill>
                            <a:srgbClr val="000000"/>
                          </a:solidFill>
                          <a:effectLst/>
                          <a:latin typeface="思源宋体" panose="02020400000000000000" pitchFamily="18" charset="-122"/>
                          <a:ea typeface="思源宋体" panose="02020400000000000000" pitchFamily="18" charset="-122"/>
                        </a:rPr>
                        <a:t>2</a:t>
                      </a:r>
                      <a:r>
                        <a:rPr lang="en-US" sz="1100" b="0" i="0" u="none" strike="noStrike" dirty="0">
                          <a:solidFill>
                            <a:srgbClr val="000000"/>
                          </a:solidFill>
                          <a:effectLst/>
                          <a:latin typeface="思源宋体" panose="02020400000000000000" pitchFamily="18" charset="-122"/>
                          <a:ea typeface="思源宋体" panose="02020400000000000000" pitchFamily="18" charset="-122"/>
                        </a:rPr>
                        <a:t>H</a:t>
                      </a:r>
                      <a:r>
                        <a:rPr lang="en-US" sz="1100" b="0" i="0" u="none" strike="noStrike" dirty="0" smtClean="0">
                          <a:solidFill>
                            <a:srgbClr val="000000"/>
                          </a:solidFill>
                          <a:effectLst/>
                          <a:latin typeface="思源宋体" panose="02020400000000000000" pitchFamily="18" charset="-122"/>
                          <a:ea typeface="思源宋体" panose="02020400000000000000" pitchFamily="18" charset="-122"/>
                        </a:rPr>
                        <a:t>)</a:t>
                      </a:r>
                    </a:p>
                    <a:p>
                      <a:pPr marL="0" marR="0" lvl="0" indent="0" algn="l" defTabSz="914400" rtl="0" eaLnBrk="1" fontAlgn="t" latinLnBrk="0" hangingPunct="1">
                        <a:lnSpc>
                          <a:spcPct val="100000"/>
                        </a:lnSpc>
                        <a:spcBef>
                          <a:spcPts val="0"/>
                        </a:spcBef>
                        <a:spcAft>
                          <a:spcPts val="0"/>
                        </a:spcAft>
                        <a:buClrTx/>
                        <a:buSzTx/>
                        <a:buFontTx/>
                        <a:buNone/>
                        <a:tabLst/>
                        <a:defRPr/>
                      </a:pPr>
                      <a:r>
                        <a:rPr lang="en-US" altLang="zh-CN" sz="1100" b="0" i="0" u="none" strike="noStrike" kern="1200" dirty="0" smtClean="0">
                          <a:solidFill>
                            <a:srgbClr val="000000"/>
                          </a:solidFill>
                          <a:effectLst/>
                          <a:latin typeface="思源宋体" panose="02020400000000000000" pitchFamily="18" charset="-122"/>
                          <a:ea typeface="思源宋体" panose="02020400000000000000" pitchFamily="18" charset="-122"/>
                          <a:cs typeface="+mn-cs"/>
                        </a:rPr>
                        <a:t>       STD TC </a:t>
                      </a:r>
                      <a:r>
                        <a:rPr lang="zh-CN" altLang="zh-CN" sz="1100" b="0" i="0" u="none" strike="noStrike" kern="1200" dirty="0" smtClean="0">
                          <a:solidFill>
                            <a:srgbClr val="000000"/>
                          </a:solidFill>
                          <a:effectLst/>
                          <a:latin typeface="思源宋体" panose="02020400000000000000" pitchFamily="18" charset="-122"/>
                          <a:ea typeface="思源宋体" panose="02020400000000000000" pitchFamily="18" charset="-122"/>
                          <a:cs typeface="+mn-cs"/>
                        </a:rPr>
                        <a:t>需按照</a:t>
                      </a:r>
                      <a:r>
                        <a:rPr lang="en-US" altLang="zh-CN" sz="1100" b="0" i="0" u="none" strike="noStrike" kern="1200" dirty="0" smtClean="0">
                          <a:solidFill>
                            <a:srgbClr val="000000"/>
                          </a:solidFill>
                          <a:effectLst/>
                          <a:latin typeface="思源宋体" panose="02020400000000000000" pitchFamily="18" charset="-122"/>
                          <a:ea typeface="思源宋体" panose="02020400000000000000" pitchFamily="18" charset="-122"/>
                          <a:cs typeface="+mn-cs"/>
                        </a:rPr>
                        <a:t> (STD TC/Chamber Rule)</a:t>
                      </a:r>
                      <a:r>
                        <a:rPr lang="zh-CN" altLang="zh-CN" sz="1100" b="0" i="0" u="none" strike="noStrike" kern="1200" dirty="0" smtClean="0">
                          <a:solidFill>
                            <a:srgbClr val="000000"/>
                          </a:solidFill>
                          <a:effectLst/>
                          <a:latin typeface="思源宋体" panose="02020400000000000000" pitchFamily="18" charset="-122"/>
                          <a:ea typeface="思源宋体" panose="02020400000000000000" pitchFamily="18" charset="-122"/>
                          <a:cs typeface="+mn-cs"/>
                        </a:rPr>
                        <a:t>折算</a:t>
                      </a:r>
                      <a:endParaRPr lang="en-US" altLang="zh-CN" sz="1100" b="0" i="0" u="none" strike="noStrike" kern="1200" dirty="0" smtClean="0">
                        <a:solidFill>
                          <a:srgbClr val="000000"/>
                        </a:solidFill>
                        <a:effectLst/>
                        <a:latin typeface="思源宋体" panose="02020400000000000000" pitchFamily="18" charset="-122"/>
                        <a:ea typeface="思源宋体" panose="02020400000000000000" pitchFamily="18" charset="-122"/>
                        <a:cs typeface="+mn-cs"/>
                      </a:endParaRPr>
                    </a:p>
                  </a:txBody>
                  <a:tcPr marL="6391" marR="6391" marT="63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3104531951"/>
                  </a:ext>
                </a:extLst>
              </a:tr>
              <a:tr h="1248254">
                <a:tc vMerge="1">
                  <a:txBody>
                    <a:bodyPr/>
                    <a:lstStyle/>
                    <a:p>
                      <a:endParaRPr lang="zh-CN" altLang="en-US"/>
                    </a:p>
                  </a:txBody>
                  <a:tcPr/>
                </a:tc>
                <a:tc>
                  <a:txBody>
                    <a:bodyPr/>
                    <a:lstStyle>
                      <a:lvl1pPr marL="0" algn="l" defTabSz="914400" rtl="0" eaLnBrk="1" latinLnBrk="0" hangingPunct="1">
                        <a:defRPr sz="1800" kern="1200">
                          <a:solidFill>
                            <a:schemeClr val="tx1"/>
                          </a:solidFill>
                          <a:latin typeface="等线"/>
                        </a:defRPr>
                      </a:lvl1pPr>
                      <a:lvl2pPr marL="457200" algn="l" defTabSz="914400" rtl="0" eaLnBrk="1" latinLnBrk="0" hangingPunct="1">
                        <a:defRPr sz="1800" kern="1200">
                          <a:solidFill>
                            <a:schemeClr val="tx1"/>
                          </a:solidFill>
                          <a:latin typeface="等线"/>
                        </a:defRPr>
                      </a:lvl2pPr>
                      <a:lvl3pPr marL="914400" algn="l" defTabSz="914400" rtl="0" eaLnBrk="1" latinLnBrk="0" hangingPunct="1">
                        <a:defRPr sz="1800" kern="1200">
                          <a:solidFill>
                            <a:schemeClr val="tx1"/>
                          </a:solidFill>
                          <a:latin typeface="等线"/>
                        </a:defRPr>
                      </a:lvl3pPr>
                      <a:lvl4pPr marL="1371600" algn="l" defTabSz="914400" rtl="0" eaLnBrk="1" latinLnBrk="0" hangingPunct="1">
                        <a:defRPr sz="1800" kern="1200">
                          <a:solidFill>
                            <a:schemeClr val="tx1"/>
                          </a:solidFill>
                          <a:latin typeface="等线"/>
                        </a:defRPr>
                      </a:lvl4pPr>
                      <a:lvl5pPr marL="1828800" algn="l" defTabSz="914400" rtl="0" eaLnBrk="1" latinLnBrk="0" hangingPunct="1">
                        <a:defRPr sz="1800" kern="1200">
                          <a:solidFill>
                            <a:schemeClr val="tx1"/>
                          </a:solidFill>
                          <a:latin typeface="等线"/>
                        </a:defRPr>
                      </a:lvl5pPr>
                      <a:lvl6pPr marL="2286000" algn="l" defTabSz="914400" rtl="0" eaLnBrk="1" latinLnBrk="0" hangingPunct="1">
                        <a:defRPr sz="1800" kern="1200">
                          <a:solidFill>
                            <a:schemeClr val="tx1"/>
                          </a:solidFill>
                          <a:latin typeface="等线"/>
                        </a:defRPr>
                      </a:lvl6pPr>
                      <a:lvl7pPr marL="2743200" algn="l" defTabSz="914400" rtl="0" eaLnBrk="1" latinLnBrk="0" hangingPunct="1">
                        <a:defRPr sz="1800" kern="1200">
                          <a:solidFill>
                            <a:schemeClr val="tx1"/>
                          </a:solidFill>
                          <a:latin typeface="等线"/>
                        </a:defRPr>
                      </a:lvl7pPr>
                      <a:lvl8pPr marL="3200400" algn="l" defTabSz="914400" rtl="0" eaLnBrk="1" latinLnBrk="0" hangingPunct="1">
                        <a:defRPr sz="1800" kern="1200">
                          <a:solidFill>
                            <a:schemeClr val="tx1"/>
                          </a:solidFill>
                          <a:latin typeface="等线"/>
                        </a:defRPr>
                      </a:lvl8pPr>
                      <a:lvl9pPr marL="3657600" algn="l" defTabSz="914400" rtl="0" eaLnBrk="1" latinLnBrk="0" hangingPunct="1">
                        <a:defRPr sz="1800" kern="1200">
                          <a:solidFill>
                            <a:schemeClr val="tx1"/>
                          </a:solidFill>
                          <a:latin typeface="等线"/>
                        </a:defRPr>
                      </a:lvl9pPr>
                    </a:lstStyle>
                    <a:p>
                      <a:pPr algn="ctr" rtl="0" fontAlgn="ctr"/>
                      <a:r>
                        <a:rPr lang="zh-CN" altLang="en-US" sz="1100" b="0" i="0" u="none" strike="noStrike" dirty="0" smtClean="0">
                          <a:solidFill>
                            <a:srgbClr val="000000"/>
                          </a:solidFill>
                          <a:effectLst/>
                          <a:latin typeface="思源宋体" panose="02020400000000000000" pitchFamily="18" charset="-122"/>
                          <a:ea typeface="思源宋体" panose="02020400000000000000" pitchFamily="18" charset="-122"/>
                        </a:rPr>
                        <a:t>非</a:t>
                      </a:r>
                      <a:r>
                        <a:rPr lang="en-US" altLang="zh-CN" sz="1100" b="0" i="0" u="none" strike="noStrike" dirty="0" smtClean="0">
                          <a:solidFill>
                            <a:srgbClr val="000000"/>
                          </a:solidFill>
                          <a:effectLst/>
                          <a:latin typeface="思源宋体" panose="02020400000000000000" pitchFamily="18" charset="-122"/>
                          <a:ea typeface="思源宋体" panose="02020400000000000000" pitchFamily="18" charset="-122"/>
                        </a:rPr>
                        <a:t>B</a:t>
                      </a:r>
                      <a:r>
                        <a:rPr lang="en-US" sz="1100" b="0" i="0" u="none" strike="noStrike" dirty="0" smtClean="0">
                          <a:solidFill>
                            <a:srgbClr val="000000"/>
                          </a:solidFill>
                          <a:effectLst/>
                          <a:latin typeface="思源宋体" panose="02020400000000000000" pitchFamily="18" charset="-122"/>
                          <a:ea typeface="思源宋体" panose="02020400000000000000" pitchFamily="18" charset="-122"/>
                        </a:rPr>
                        <a:t>atch</a:t>
                      </a:r>
                      <a:r>
                        <a:rPr lang="zh-CN" altLang="en-US" sz="1100" b="0" i="0" u="none" strike="noStrike" dirty="0">
                          <a:solidFill>
                            <a:srgbClr val="000000"/>
                          </a:solidFill>
                          <a:effectLst/>
                          <a:latin typeface="思源宋体" panose="02020400000000000000" pitchFamily="18" charset="-122"/>
                          <a:ea typeface="思源宋体" panose="02020400000000000000" pitchFamily="18" charset="-122"/>
                        </a:rPr>
                        <a:t>机台</a:t>
                      </a:r>
                    </a:p>
                  </a:txBody>
                  <a:tcPr marL="6391" marR="6391" marT="63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a:defRPr>
                      </a:lvl1pPr>
                      <a:lvl2pPr marL="457200" algn="l" defTabSz="914400" rtl="0" eaLnBrk="1" latinLnBrk="0" hangingPunct="1">
                        <a:defRPr sz="1800" kern="1200">
                          <a:solidFill>
                            <a:schemeClr val="tx1"/>
                          </a:solidFill>
                          <a:latin typeface="等线"/>
                        </a:defRPr>
                      </a:lvl2pPr>
                      <a:lvl3pPr marL="914400" algn="l" defTabSz="914400" rtl="0" eaLnBrk="1" latinLnBrk="0" hangingPunct="1">
                        <a:defRPr sz="1800" kern="1200">
                          <a:solidFill>
                            <a:schemeClr val="tx1"/>
                          </a:solidFill>
                          <a:latin typeface="等线"/>
                        </a:defRPr>
                      </a:lvl3pPr>
                      <a:lvl4pPr marL="1371600" algn="l" defTabSz="914400" rtl="0" eaLnBrk="1" latinLnBrk="0" hangingPunct="1">
                        <a:defRPr sz="1800" kern="1200">
                          <a:solidFill>
                            <a:schemeClr val="tx1"/>
                          </a:solidFill>
                          <a:latin typeface="等线"/>
                        </a:defRPr>
                      </a:lvl4pPr>
                      <a:lvl5pPr marL="1828800" algn="l" defTabSz="914400" rtl="0" eaLnBrk="1" latinLnBrk="0" hangingPunct="1">
                        <a:defRPr sz="1800" kern="1200">
                          <a:solidFill>
                            <a:schemeClr val="tx1"/>
                          </a:solidFill>
                          <a:latin typeface="等线"/>
                        </a:defRPr>
                      </a:lvl5pPr>
                      <a:lvl6pPr marL="2286000" algn="l" defTabSz="914400" rtl="0" eaLnBrk="1" latinLnBrk="0" hangingPunct="1">
                        <a:defRPr sz="1800" kern="1200">
                          <a:solidFill>
                            <a:schemeClr val="tx1"/>
                          </a:solidFill>
                          <a:latin typeface="等线"/>
                        </a:defRPr>
                      </a:lvl6pPr>
                      <a:lvl7pPr marL="2743200" algn="l" defTabSz="914400" rtl="0" eaLnBrk="1" latinLnBrk="0" hangingPunct="1">
                        <a:defRPr sz="1800" kern="1200">
                          <a:solidFill>
                            <a:schemeClr val="tx1"/>
                          </a:solidFill>
                          <a:latin typeface="等线"/>
                        </a:defRPr>
                      </a:lvl7pPr>
                      <a:lvl8pPr marL="3200400" algn="l" defTabSz="914400" rtl="0" eaLnBrk="1" latinLnBrk="0" hangingPunct="1">
                        <a:defRPr sz="1800" kern="1200">
                          <a:solidFill>
                            <a:schemeClr val="tx1"/>
                          </a:solidFill>
                          <a:latin typeface="等线"/>
                        </a:defRPr>
                      </a:lvl8pPr>
                      <a:lvl9pPr marL="3657600" algn="l" defTabSz="914400" rtl="0" eaLnBrk="1" latinLnBrk="0" hangingPunct="1">
                        <a:defRPr sz="1800" kern="1200">
                          <a:solidFill>
                            <a:schemeClr val="tx1"/>
                          </a:solidFill>
                          <a:latin typeface="等线"/>
                        </a:defRPr>
                      </a:lvl9pPr>
                    </a:lstStyle>
                    <a:p>
                      <a:pPr algn="l" rtl="0" fontAlgn="t"/>
                      <a:r>
                        <a:rPr lang="zh-CN" altLang="en-US" sz="1100" b="1" i="0" u="none" strike="noStrike" dirty="0">
                          <a:solidFill>
                            <a:srgbClr val="000000"/>
                          </a:solidFill>
                          <a:effectLst/>
                          <a:latin typeface="思源宋体" panose="02020400000000000000" pitchFamily="18" charset="-122"/>
                          <a:ea typeface="思源宋体" panose="02020400000000000000" pitchFamily="18" charset="-122"/>
                        </a:rPr>
                        <a:t>已抽片</a:t>
                      </a:r>
                      <a:r>
                        <a:rPr lang="en-US" sz="1100" b="1" i="0" u="none" strike="noStrike" dirty="0">
                          <a:solidFill>
                            <a:srgbClr val="000000"/>
                          </a:solidFill>
                          <a:effectLst/>
                          <a:latin typeface="思源宋体" panose="02020400000000000000" pitchFamily="18" charset="-122"/>
                          <a:ea typeface="思源宋体" panose="02020400000000000000" pitchFamily="18" charset="-122"/>
                        </a:rPr>
                        <a:t>Lot(LEMS</a:t>
                      </a:r>
                      <a:r>
                        <a:rPr lang="zh-CN" altLang="en-US" sz="1100" b="1" i="0" u="none" strike="noStrike" dirty="0">
                          <a:solidFill>
                            <a:srgbClr val="000000"/>
                          </a:solidFill>
                          <a:effectLst/>
                          <a:latin typeface="思源宋体" panose="02020400000000000000" pitchFamily="18" charset="-122"/>
                          <a:ea typeface="思源宋体" panose="02020400000000000000" pitchFamily="18" charset="-122"/>
                        </a:rPr>
                        <a:t>资料</a:t>
                      </a:r>
                      <a:r>
                        <a:rPr lang="en-US" altLang="zh-CN" sz="1100" b="1" i="0" u="none" strike="noStrike" dirty="0">
                          <a:solidFill>
                            <a:srgbClr val="000000"/>
                          </a:solidFill>
                          <a:effectLst/>
                          <a:latin typeface="思源宋体" panose="02020400000000000000" pitchFamily="18" charset="-122"/>
                          <a:ea typeface="思源宋体" panose="02020400000000000000" pitchFamily="18" charset="-122"/>
                        </a:rPr>
                        <a:t>): </a:t>
                      </a:r>
                      <a:r>
                        <a:rPr lang="zh-CN" altLang="en-US" sz="1100" b="0" i="0" u="none" strike="noStrike" dirty="0">
                          <a:solidFill>
                            <a:srgbClr val="000000"/>
                          </a:solidFill>
                          <a:effectLst/>
                          <a:latin typeface="思源宋体" panose="02020400000000000000" pitchFamily="18" charset="-122"/>
                          <a:ea typeface="思源宋体" panose="02020400000000000000" pitchFamily="18" charset="-122"/>
                        </a:rPr>
                        <a:t/>
                      </a:r>
                      <a:br>
                        <a:rPr lang="zh-CN" altLang="en-US" sz="1100" b="0" i="0" u="none" strike="noStrike" dirty="0">
                          <a:solidFill>
                            <a:srgbClr val="000000"/>
                          </a:solidFill>
                          <a:effectLst/>
                          <a:latin typeface="思源宋体" panose="02020400000000000000" pitchFamily="18" charset="-122"/>
                          <a:ea typeface="思源宋体" panose="02020400000000000000" pitchFamily="18" charset="-122"/>
                        </a:rPr>
                      </a:br>
                      <a:r>
                        <a:rPr lang="zh-CN" altLang="en-US" sz="1100" b="0" i="0" u="none" strike="noStrike" dirty="0">
                          <a:solidFill>
                            <a:srgbClr val="000000"/>
                          </a:solidFill>
                          <a:effectLst/>
                          <a:latin typeface="思源宋体" panose="02020400000000000000" pitchFamily="18" charset="-122"/>
                          <a:ea typeface="思源宋体" panose="02020400000000000000" pitchFamily="18" charset="-122"/>
                        </a:rPr>
                        <a:t>   ➀</a:t>
                      </a:r>
                      <a:r>
                        <a:rPr lang="en-US" altLang="zh-CN" sz="1100" b="0" i="0" u="none" strike="noStrike" dirty="0">
                          <a:solidFill>
                            <a:srgbClr val="000000"/>
                          </a:solidFill>
                          <a:effectLst/>
                          <a:latin typeface="思源宋体" panose="02020400000000000000" pitchFamily="18" charset="-122"/>
                          <a:ea typeface="思源宋体" panose="02020400000000000000" pitchFamily="18" charset="-122"/>
                        </a:rPr>
                        <a:t>.</a:t>
                      </a:r>
                      <a:r>
                        <a:rPr lang="en-US" sz="1100" b="0" i="0" u="none" strike="noStrike" dirty="0">
                          <a:solidFill>
                            <a:srgbClr val="000000"/>
                          </a:solidFill>
                          <a:effectLst/>
                          <a:latin typeface="思源宋体" panose="02020400000000000000" pitchFamily="18" charset="-122"/>
                          <a:ea typeface="思源宋体" panose="02020400000000000000" pitchFamily="18" charset="-122"/>
                        </a:rPr>
                        <a:t>Now </a:t>
                      </a:r>
                      <a:r>
                        <a:rPr lang="en-US" sz="1100" b="0" i="0" u="none" strike="noStrike" dirty="0" smtClean="0">
                          <a:solidFill>
                            <a:srgbClr val="000000"/>
                          </a:solidFill>
                          <a:effectLst/>
                          <a:latin typeface="思源宋体" panose="02020400000000000000" pitchFamily="18" charset="-122"/>
                          <a:ea typeface="思源宋体" panose="02020400000000000000" pitchFamily="18" charset="-122"/>
                        </a:rPr>
                        <a:t>time-wafer </a:t>
                      </a:r>
                      <a:r>
                        <a:rPr lang="en-US" sz="1100" b="0" i="0" u="none" strike="noStrike" dirty="0">
                          <a:solidFill>
                            <a:srgbClr val="000000"/>
                          </a:solidFill>
                          <a:effectLst/>
                          <a:latin typeface="思源宋体" panose="02020400000000000000" pitchFamily="18" charset="-122"/>
                          <a:ea typeface="思源宋体" panose="02020400000000000000" pitchFamily="18" charset="-122"/>
                        </a:rPr>
                        <a:t>start time&gt;STD TC</a:t>
                      </a:r>
                      <a:br>
                        <a:rPr lang="en-US" sz="1100" b="0" i="0" u="none" strike="noStrike" dirty="0">
                          <a:solidFill>
                            <a:srgbClr val="000000"/>
                          </a:solidFill>
                          <a:effectLst/>
                          <a:latin typeface="思源宋体" panose="02020400000000000000" pitchFamily="18" charset="-122"/>
                          <a:ea typeface="思源宋体" panose="02020400000000000000" pitchFamily="18" charset="-122"/>
                        </a:rPr>
                      </a:br>
                      <a:r>
                        <a:rPr lang="en-US" sz="1100" b="0" i="0" u="none" strike="noStrike" dirty="0">
                          <a:solidFill>
                            <a:srgbClr val="000000"/>
                          </a:solidFill>
                          <a:effectLst/>
                          <a:latin typeface="思源宋体" panose="02020400000000000000" pitchFamily="18" charset="-122"/>
                          <a:ea typeface="思源宋体" panose="02020400000000000000" pitchFamily="18" charset="-122"/>
                        </a:rPr>
                        <a:t>        STD TC: </a:t>
                      </a:r>
                      <a:r>
                        <a:rPr lang="zh-CN" altLang="en-US" sz="1100" b="0" i="0" u="none" strike="noStrike" dirty="0">
                          <a:solidFill>
                            <a:srgbClr val="000000"/>
                          </a:solidFill>
                          <a:effectLst/>
                          <a:latin typeface="思源宋体" panose="02020400000000000000" pitchFamily="18" charset="-122"/>
                          <a:ea typeface="思源宋体" panose="02020400000000000000" pitchFamily="18" charset="-122"/>
                        </a:rPr>
                        <a:t>若生产课有上传，则抓上传资料</a:t>
                      </a:r>
                      <a:r>
                        <a:rPr lang="en-US" altLang="zh-CN" sz="1100" b="0" i="0" u="none" strike="noStrike" dirty="0">
                          <a:solidFill>
                            <a:srgbClr val="000000"/>
                          </a:solidFill>
                          <a:effectLst/>
                          <a:latin typeface="思源宋体" panose="02020400000000000000" pitchFamily="18" charset="-122"/>
                          <a:ea typeface="思源宋体" panose="02020400000000000000" pitchFamily="18" charset="-122"/>
                        </a:rPr>
                        <a:t>; </a:t>
                      </a:r>
                      <a:r>
                        <a:rPr lang="zh-CN" altLang="en-US" sz="1100" b="0" i="0" u="none" strike="noStrike" dirty="0">
                          <a:solidFill>
                            <a:srgbClr val="000000"/>
                          </a:solidFill>
                          <a:effectLst/>
                          <a:latin typeface="思源宋体" panose="02020400000000000000" pitchFamily="18" charset="-122"/>
                          <a:ea typeface="思源宋体" panose="02020400000000000000" pitchFamily="18" charset="-122"/>
                        </a:rPr>
                        <a:t>若未上传，则默认抓</a:t>
                      </a:r>
                      <a:r>
                        <a:rPr lang="en-US" sz="1100" b="0" i="0" u="none" strike="noStrike" dirty="0">
                          <a:solidFill>
                            <a:srgbClr val="000000"/>
                          </a:solidFill>
                          <a:effectLst/>
                          <a:latin typeface="思源宋体" panose="02020400000000000000" pitchFamily="18" charset="-122"/>
                          <a:ea typeface="思源宋体" panose="02020400000000000000" pitchFamily="18" charset="-122"/>
                        </a:rPr>
                        <a:t>OPD STD </a:t>
                      </a:r>
                      <a:r>
                        <a:rPr lang="en-US" sz="1100" b="0" i="0" u="none" strike="noStrike" dirty="0" smtClean="0">
                          <a:solidFill>
                            <a:srgbClr val="000000"/>
                          </a:solidFill>
                          <a:effectLst/>
                          <a:latin typeface="思源宋体" panose="02020400000000000000" pitchFamily="18" charset="-122"/>
                          <a:ea typeface="思源宋体" panose="02020400000000000000" pitchFamily="18" charset="-122"/>
                        </a:rPr>
                        <a:t>TC/25*5</a:t>
                      </a:r>
                      <a:r>
                        <a:rPr lang="en-US" sz="1100" b="0" i="0" u="none" strike="noStrike" dirty="0">
                          <a:solidFill>
                            <a:srgbClr val="000000"/>
                          </a:solidFill>
                          <a:effectLst/>
                          <a:latin typeface="思源宋体" panose="02020400000000000000" pitchFamily="18" charset="-122"/>
                          <a:ea typeface="思源宋体" panose="02020400000000000000" pitchFamily="18" charset="-122"/>
                        </a:rPr>
                        <a:t/>
                      </a:r>
                      <a:br>
                        <a:rPr lang="en-US" sz="1100" b="0" i="0" u="none" strike="noStrike" dirty="0">
                          <a:solidFill>
                            <a:srgbClr val="000000"/>
                          </a:solidFill>
                          <a:effectLst/>
                          <a:latin typeface="思源宋体" panose="02020400000000000000" pitchFamily="18" charset="-122"/>
                          <a:ea typeface="思源宋体" panose="02020400000000000000" pitchFamily="18" charset="-122"/>
                        </a:rPr>
                      </a:br>
                      <a:r>
                        <a:rPr lang="zh-CN" altLang="en-US" sz="1100" b="1" i="0" u="none" strike="noStrike" dirty="0">
                          <a:solidFill>
                            <a:srgbClr val="000000"/>
                          </a:solidFill>
                          <a:effectLst/>
                          <a:latin typeface="思源宋体" panose="02020400000000000000" pitchFamily="18" charset="-122"/>
                          <a:ea typeface="思源宋体" panose="02020400000000000000" pitchFamily="18" charset="-122"/>
                        </a:rPr>
                        <a:t>未抽片</a:t>
                      </a:r>
                      <a:r>
                        <a:rPr lang="en-US" sz="1100" b="1" i="0" u="none" strike="noStrike" dirty="0">
                          <a:solidFill>
                            <a:srgbClr val="000000"/>
                          </a:solidFill>
                          <a:effectLst/>
                          <a:latin typeface="思源宋体" panose="02020400000000000000" pitchFamily="18" charset="-122"/>
                          <a:ea typeface="思源宋体" panose="02020400000000000000" pitchFamily="18" charset="-122"/>
                        </a:rPr>
                        <a:t>Lot(LEMS</a:t>
                      </a:r>
                      <a:r>
                        <a:rPr lang="zh-CN" altLang="en-US" sz="1100" b="1" i="0" u="none" strike="noStrike" dirty="0">
                          <a:solidFill>
                            <a:srgbClr val="000000"/>
                          </a:solidFill>
                          <a:effectLst/>
                          <a:latin typeface="思源宋体" panose="02020400000000000000" pitchFamily="18" charset="-122"/>
                          <a:ea typeface="思源宋体" panose="02020400000000000000" pitchFamily="18" charset="-122"/>
                        </a:rPr>
                        <a:t>资料</a:t>
                      </a:r>
                      <a:r>
                        <a:rPr lang="en-US" altLang="zh-CN" sz="1100" b="1" i="0" u="none" strike="noStrike" dirty="0">
                          <a:solidFill>
                            <a:srgbClr val="000000"/>
                          </a:solidFill>
                          <a:effectLst/>
                          <a:latin typeface="思源宋体" panose="02020400000000000000" pitchFamily="18" charset="-122"/>
                          <a:ea typeface="思源宋体" panose="02020400000000000000" pitchFamily="18" charset="-122"/>
                        </a:rPr>
                        <a:t>):</a:t>
                      </a:r>
                      <a:r>
                        <a:rPr lang="zh-CN" altLang="en-US" sz="1100" b="0" i="0" u="none" strike="noStrike" dirty="0">
                          <a:solidFill>
                            <a:srgbClr val="000000"/>
                          </a:solidFill>
                          <a:effectLst/>
                          <a:latin typeface="思源宋体" panose="02020400000000000000" pitchFamily="18" charset="-122"/>
                          <a:ea typeface="思源宋体" panose="02020400000000000000" pitchFamily="18" charset="-122"/>
                        </a:rPr>
                        <a:t/>
                      </a:r>
                      <a:br>
                        <a:rPr lang="zh-CN" altLang="en-US" sz="1100" b="0" i="0" u="none" strike="noStrike" dirty="0">
                          <a:solidFill>
                            <a:srgbClr val="000000"/>
                          </a:solidFill>
                          <a:effectLst/>
                          <a:latin typeface="思源宋体" panose="02020400000000000000" pitchFamily="18" charset="-122"/>
                          <a:ea typeface="思源宋体" panose="02020400000000000000" pitchFamily="18" charset="-122"/>
                        </a:rPr>
                      </a:br>
                      <a:r>
                        <a:rPr lang="zh-CN" altLang="en-US" sz="1100" b="0" i="0" u="none" strike="noStrike" dirty="0">
                          <a:solidFill>
                            <a:srgbClr val="000000"/>
                          </a:solidFill>
                          <a:effectLst/>
                          <a:latin typeface="思源宋体" panose="02020400000000000000" pitchFamily="18" charset="-122"/>
                          <a:ea typeface="思源宋体" panose="02020400000000000000" pitchFamily="18" charset="-122"/>
                        </a:rPr>
                        <a:t>   ➀</a:t>
                      </a:r>
                      <a:r>
                        <a:rPr lang="en-US" altLang="zh-CN" sz="1100" b="0" i="0" u="none" strike="noStrike" dirty="0" smtClean="0">
                          <a:solidFill>
                            <a:srgbClr val="000000"/>
                          </a:solidFill>
                          <a:effectLst/>
                          <a:latin typeface="思源宋体" panose="02020400000000000000" pitchFamily="18" charset="-122"/>
                          <a:ea typeface="思源宋体" panose="02020400000000000000" pitchFamily="18" charset="-122"/>
                        </a:rPr>
                        <a:t>. Now-</a:t>
                      </a:r>
                      <a:r>
                        <a:rPr lang="en-US" altLang="zh-CN" sz="1100" b="0" i="0" u="none" strike="noStrike" dirty="0" err="1" smtClean="0">
                          <a:solidFill>
                            <a:srgbClr val="000000"/>
                          </a:solidFill>
                          <a:effectLst/>
                          <a:latin typeface="思源宋体" panose="02020400000000000000" pitchFamily="18" charset="-122"/>
                          <a:ea typeface="思源宋体" panose="02020400000000000000" pitchFamily="18" charset="-122"/>
                        </a:rPr>
                        <a:t>OperstionStart</a:t>
                      </a:r>
                      <a:r>
                        <a:rPr lang="en-US" altLang="zh-CN" sz="1100" b="0" i="0" u="none" strike="noStrike" dirty="0" smtClean="0">
                          <a:solidFill>
                            <a:srgbClr val="000000"/>
                          </a:solidFill>
                          <a:effectLst/>
                          <a:latin typeface="思源宋体" panose="02020400000000000000" pitchFamily="18" charset="-122"/>
                          <a:ea typeface="思源宋体" panose="02020400000000000000" pitchFamily="18" charset="-122"/>
                        </a:rPr>
                        <a:t>&gt;Sum </a:t>
                      </a:r>
                      <a:r>
                        <a:rPr lang="zh-CN" altLang="en-US" sz="1100" b="0" i="0" u="none" strike="noStrike" dirty="0" smtClean="0">
                          <a:solidFill>
                            <a:srgbClr val="000000"/>
                          </a:solidFill>
                          <a:effectLst/>
                          <a:latin typeface="思源宋体" panose="02020400000000000000" pitchFamily="18" charset="-122"/>
                          <a:ea typeface="思源宋体" panose="02020400000000000000" pitchFamily="18" charset="-122"/>
                        </a:rPr>
                        <a:t>所有</a:t>
                      </a:r>
                      <a:r>
                        <a:rPr lang="en-US" altLang="zh-CN" sz="1100" b="0" i="0" u="none" strike="noStrike" dirty="0" smtClean="0">
                          <a:solidFill>
                            <a:srgbClr val="000000"/>
                          </a:solidFill>
                          <a:effectLst/>
                          <a:latin typeface="思源宋体" panose="02020400000000000000" pitchFamily="18" charset="-122"/>
                          <a:ea typeface="思源宋体" panose="02020400000000000000" pitchFamily="18" charset="-122"/>
                        </a:rPr>
                        <a:t>LP STD TC</a:t>
                      </a:r>
                      <a:r>
                        <a:rPr lang="zh-CN" altLang="en-US" sz="1100" b="0" i="0" u="none" strike="noStrike" dirty="0" smtClean="0">
                          <a:solidFill>
                            <a:srgbClr val="000000"/>
                          </a:solidFill>
                          <a:effectLst/>
                          <a:latin typeface="思源宋体" panose="02020400000000000000" pitchFamily="18" charset="-122"/>
                          <a:ea typeface="思源宋体" panose="02020400000000000000" pitchFamily="18" charset="-122"/>
                        </a:rPr>
                        <a:t>，</a:t>
                      </a:r>
                      <a:r>
                        <a:rPr lang="en-US" altLang="zh-CN" sz="1100" b="0" i="0" u="none" strike="noStrike" dirty="0" smtClean="0">
                          <a:solidFill>
                            <a:srgbClr val="000000"/>
                          </a:solidFill>
                          <a:effectLst/>
                          <a:latin typeface="思源宋体" panose="02020400000000000000" pitchFamily="18" charset="-122"/>
                          <a:ea typeface="思源宋体" panose="02020400000000000000" pitchFamily="18" charset="-122"/>
                        </a:rPr>
                        <a:t>TF*1.5</a:t>
                      </a:r>
                      <a:r>
                        <a:rPr lang="zh-CN" altLang="en-US" sz="1100" b="0" i="0" u="none" strike="noStrike" dirty="0" smtClean="0">
                          <a:solidFill>
                            <a:srgbClr val="000000"/>
                          </a:solidFill>
                          <a:effectLst/>
                          <a:latin typeface="思源宋体" panose="02020400000000000000" pitchFamily="18" charset="-122"/>
                          <a:ea typeface="思源宋体" panose="02020400000000000000" pitchFamily="18" charset="-122"/>
                        </a:rPr>
                        <a:t>，</a:t>
                      </a:r>
                      <a:r>
                        <a:rPr lang="en-US" altLang="zh-CN" sz="1100" b="0" i="0" u="none" strike="noStrike" dirty="0" smtClean="0">
                          <a:solidFill>
                            <a:srgbClr val="000000"/>
                          </a:solidFill>
                          <a:effectLst/>
                          <a:latin typeface="思源宋体" panose="02020400000000000000" pitchFamily="18" charset="-122"/>
                          <a:ea typeface="思源宋体" panose="02020400000000000000" pitchFamily="18" charset="-122"/>
                        </a:rPr>
                        <a:t>SCT*/W*</a:t>
                      </a:r>
                      <a:r>
                        <a:rPr lang="zh-CN" altLang="en-US" sz="1100" b="0" i="0" u="none" strike="noStrike" dirty="0" smtClean="0">
                          <a:solidFill>
                            <a:srgbClr val="000000"/>
                          </a:solidFill>
                          <a:effectLst/>
                          <a:latin typeface="思源宋体" panose="02020400000000000000" pitchFamily="18" charset="-122"/>
                          <a:ea typeface="思源宋体" panose="02020400000000000000" pitchFamily="18" charset="-122"/>
                        </a:rPr>
                        <a:t>机台</a:t>
                      </a:r>
                      <a:r>
                        <a:rPr lang="en-US" altLang="zh-CN" sz="1100" b="0" i="0" u="none" strike="noStrike" dirty="0" smtClean="0">
                          <a:solidFill>
                            <a:srgbClr val="000000"/>
                          </a:solidFill>
                          <a:effectLst/>
                          <a:latin typeface="思源宋体" panose="02020400000000000000" pitchFamily="18" charset="-122"/>
                          <a:ea typeface="思源宋体" panose="02020400000000000000" pitchFamily="18" charset="-122"/>
                        </a:rPr>
                        <a:t>*1.5</a:t>
                      </a:r>
                      <a:r>
                        <a:rPr lang="zh-CN" altLang="en-US" sz="1100" b="0" i="0" u="none" strike="noStrike" dirty="0" smtClean="0">
                          <a:solidFill>
                            <a:srgbClr val="000000"/>
                          </a:solidFill>
                          <a:effectLst/>
                          <a:latin typeface="思源宋体" panose="02020400000000000000" pitchFamily="18" charset="-122"/>
                          <a:ea typeface="思源宋体" panose="02020400000000000000" pitchFamily="18" charset="-122"/>
                        </a:rPr>
                        <a:t>加</a:t>
                      </a:r>
                      <a:r>
                        <a:rPr lang="en-US" altLang="zh-CN" sz="1100" b="0" i="0" u="none" strike="noStrike" dirty="0" smtClean="0">
                          <a:solidFill>
                            <a:srgbClr val="000000"/>
                          </a:solidFill>
                          <a:effectLst/>
                          <a:latin typeface="思源宋体" panose="02020400000000000000" pitchFamily="18" charset="-122"/>
                          <a:ea typeface="思源宋体" panose="02020400000000000000" pitchFamily="18" charset="-122"/>
                        </a:rPr>
                        <a:t>0.5H</a:t>
                      </a:r>
                      <a:endParaRPr lang="zh-CN" altLang="en-US" sz="1100" b="0" i="0" u="none" strike="noStrike" dirty="0">
                        <a:solidFill>
                          <a:srgbClr val="000000"/>
                        </a:solidFill>
                        <a:effectLst/>
                        <a:latin typeface="思源宋体" panose="02020400000000000000" pitchFamily="18" charset="-122"/>
                        <a:ea typeface="思源宋体" panose="02020400000000000000" pitchFamily="18" charset="-122"/>
                      </a:endParaRPr>
                    </a:p>
                  </a:txBody>
                  <a:tcPr marL="6391" marR="6391" marT="63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745126583"/>
                  </a:ext>
                </a:extLst>
              </a:tr>
            </a:tbl>
          </a:graphicData>
        </a:graphic>
      </p:graphicFrame>
      <p:sp>
        <p:nvSpPr>
          <p:cNvPr id="12" name="文本框 20">
            <a:extLst>
              <a:ext uri="{FF2B5EF4-FFF2-40B4-BE49-F238E27FC236}">
                <a16:creationId xmlns:a16="http://schemas.microsoft.com/office/drawing/2014/main" id="{94782366-33E8-F14D-3C1E-BD4F2695AEE5}"/>
              </a:ext>
            </a:extLst>
          </p:cNvPr>
          <p:cNvSpPr txBox="1">
            <a:spLocks noChangeArrowheads="1"/>
          </p:cNvSpPr>
          <p:nvPr/>
        </p:nvSpPr>
        <p:spPr bwMode="auto">
          <a:xfrm>
            <a:off x="1657421" y="323816"/>
            <a:ext cx="521720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R="0" lvl="0" indent="0" defTabSz="1219200" fontAlgn="auto">
              <a:lnSpc>
                <a:spcPct val="100000"/>
              </a:lnSpc>
              <a:spcBef>
                <a:spcPct val="0"/>
              </a:spcBef>
              <a:spcAft>
                <a:spcPts val="0"/>
              </a:spcAft>
              <a:buClrTx/>
              <a:buSzTx/>
              <a:buFont typeface="思源宋体 CN Heavy" panose="02020900000000000000" pitchFamily="18" charset="-122"/>
              <a:buNone/>
              <a:tabLst/>
              <a:defRPr kumimoji="0" sz="2800" b="1" i="0" u="none" strike="noStrike" kern="0" cap="none" spc="0" normalizeH="0" baseline="0">
                <a:ln>
                  <a:noFill/>
                </a:ln>
                <a:solidFill>
                  <a:prstClr val="black">
                    <a:lumMod val="75000"/>
                    <a:lumOff val="25000"/>
                  </a:prstClr>
                </a:solidFill>
                <a:effectLst/>
                <a:uLnTx/>
                <a:uFillTx/>
                <a:latin typeface="Arial"/>
                <a:ea typeface="微软雅黑"/>
                <a:cs typeface="思源宋体 CN Heavy" panose="02020900000000000000" pitchFamily="18" charset="-122"/>
              </a:defRPr>
            </a:lvl1pPr>
            <a:lvl2pPr marL="742950" indent="-285750">
              <a:lnSpc>
                <a:spcPct val="90000"/>
              </a:lnSpc>
              <a:spcBef>
                <a:spcPts val="500"/>
              </a:spcBef>
              <a:buFont typeface="Arial" panose="020B0604020202020204" pitchFamily="34" charset="0"/>
              <a:buChar char="•"/>
              <a:defRPr sz="2400">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r>
              <a:rPr lang="en-US" altLang="zh-CN" sz="2400" dirty="0">
                <a:solidFill>
                  <a:schemeClr val="tx1"/>
                </a:solidFill>
                <a:latin typeface="思源黑体" panose="020B0800000000000000" pitchFamily="34" charset="-122"/>
                <a:ea typeface="思源黑体" panose="020B0800000000000000" pitchFamily="34" charset="-122"/>
                <a:sym typeface="Arial"/>
              </a:rPr>
              <a:t>Alarm</a:t>
            </a:r>
            <a:r>
              <a:rPr lang="zh-CN" altLang="en-US" sz="2400" dirty="0">
                <a:solidFill>
                  <a:schemeClr val="tx1"/>
                </a:solidFill>
                <a:latin typeface="思源黑体" panose="020B0800000000000000" pitchFamily="34" charset="-122"/>
                <a:ea typeface="思源黑体" panose="020B0800000000000000" pitchFamily="34" charset="-122"/>
                <a:sym typeface="Arial"/>
              </a:rPr>
              <a:t>种类和监控</a:t>
            </a:r>
            <a:r>
              <a:rPr lang="zh-CN" altLang="en-US" sz="2400" dirty="0" smtClean="0">
                <a:solidFill>
                  <a:schemeClr val="tx1"/>
                </a:solidFill>
                <a:latin typeface="思源黑体" panose="020B0800000000000000" pitchFamily="34" charset="-122"/>
                <a:ea typeface="思源黑体" panose="020B0800000000000000" pitchFamily="34" charset="-122"/>
                <a:sym typeface="Arial"/>
              </a:rPr>
              <a:t>逻辑</a:t>
            </a:r>
            <a:endParaRPr lang="zh-CN" altLang="en-US" sz="2400" dirty="0">
              <a:solidFill>
                <a:schemeClr val="tx1"/>
              </a:solidFill>
              <a:latin typeface="思源黑体" panose="020B0800000000000000" pitchFamily="34" charset="-122"/>
              <a:ea typeface="思源黑体" panose="020B0800000000000000" pitchFamily="34" charset="-122"/>
              <a:sym typeface="Arial"/>
            </a:endParaRPr>
          </a:p>
        </p:txBody>
      </p:sp>
    </p:spTree>
    <p:extLst>
      <p:ext uri="{BB962C8B-B14F-4D97-AF65-F5344CB8AC3E}">
        <p14:creationId xmlns:p14="http://schemas.microsoft.com/office/powerpoint/2010/main" val="3978219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文本框 20">
            <a:extLst>
              <a:ext uri="{FF2B5EF4-FFF2-40B4-BE49-F238E27FC236}">
                <a16:creationId xmlns:a16="http://schemas.microsoft.com/office/drawing/2014/main" id="{94782366-33E8-F14D-3C1E-BD4F2695AEE5}"/>
              </a:ext>
            </a:extLst>
          </p:cNvPr>
          <p:cNvSpPr txBox="1">
            <a:spLocks noChangeArrowheads="1"/>
          </p:cNvSpPr>
          <p:nvPr/>
        </p:nvSpPr>
        <p:spPr bwMode="auto">
          <a:xfrm>
            <a:off x="622352" y="329938"/>
            <a:ext cx="67443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R="0" lvl="0" indent="0" defTabSz="1219200" fontAlgn="auto">
              <a:lnSpc>
                <a:spcPct val="100000"/>
              </a:lnSpc>
              <a:spcBef>
                <a:spcPct val="0"/>
              </a:spcBef>
              <a:spcAft>
                <a:spcPts val="0"/>
              </a:spcAft>
              <a:buClrTx/>
              <a:buSzTx/>
              <a:buFont typeface="思源宋体 CN Heavy" panose="02020900000000000000" pitchFamily="18" charset="-122"/>
              <a:buNone/>
              <a:tabLst/>
              <a:defRPr kumimoji="0" sz="2800" b="1" i="0" u="none" strike="noStrike" kern="0" cap="none" spc="0" normalizeH="0" baseline="0">
                <a:ln>
                  <a:noFill/>
                </a:ln>
                <a:solidFill>
                  <a:prstClr val="black">
                    <a:lumMod val="75000"/>
                    <a:lumOff val="25000"/>
                  </a:prstClr>
                </a:solidFill>
                <a:effectLst/>
                <a:uLnTx/>
                <a:uFillTx/>
                <a:latin typeface="Arial"/>
                <a:ea typeface="微软雅黑"/>
                <a:cs typeface="思源宋体 CN Heavy" panose="02020900000000000000" pitchFamily="18" charset="-122"/>
              </a:defRPr>
            </a:lvl1pPr>
            <a:lvl2pPr marL="742950" indent="-285750">
              <a:lnSpc>
                <a:spcPct val="90000"/>
              </a:lnSpc>
              <a:spcBef>
                <a:spcPts val="500"/>
              </a:spcBef>
              <a:buFont typeface="Arial" panose="020B0604020202020204" pitchFamily="34" charset="0"/>
              <a:buChar char="•"/>
              <a:defRPr sz="2400">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pPr algn="ctr"/>
            <a:r>
              <a:rPr lang="en-US" altLang="zh-CN" sz="2400" dirty="0" smtClean="0">
                <a:solidFill>
                  <a:schemeClr val="bg1"/>
                </a:solidFill>
                <a:latin typeface="思源黑体" panose="020B0800000000000000" pitchFamily="34" charset="-122"/>
                <a:ea typeface="思源黑体" panose="020B0800000000000000" pitchFamily="34" charset="-122"/>
                <a:sym typeface="Arial"/>
              </a:rPr>
              <a:t>20</a:t>
            </a:r>
            <a:endParaRPr lang="zh-CN" altLang="en-US" sz="2400" dirty="0">
              <a:solidFill>
                <a:schemeClr val="bg1"/>
              </a:solidFill>
              <a:latin typeface="思源黑体" panose="020B0800000000000000" pitchFamily="34" charset="-122"/>
              <a:ea typeface="思源黑体" panose="020B0800000000000000" pitchFamily="34" charset="-122"/>
              <a:sym typeface="Arial"/>
            </a:endParaRPr>
          </a:p>
        </p:txBody>
      </p:sp>
      <p:sp>
        <p:nvSpPr>
          <p:cNvPr id="5" name="动作按钮: 第一张 4">
            <a:hlinkClick r:id="rId2" action="ppaction://hlinksldjump" highlightClick="1"/>
          </p:cNvPr>
          <p:cNvSpPr/>
          <p:nvPr/>
        </p:nvSpPr>
        <p:spPr bwMode="auto">
          <a:xfrm>
            <a:off x="11664951" y="6344292"/>
            <a:ext cx="414000" cy="415498"/>
          </a:xfrm>
          <a:prstGeom prst="actionButtonHome">
            <a:avLst/>
          </a:prstGeom>
          <a:solidFill>
            <a:srgbClr val="4F80C9"/>
          </a:solidFill>
          <a:ln>
            <a:noFill/>
          </a:ln>
          <a:extLst/>
        </p:spPr>
        <p:txBody>
          <a:bodyPr wrap="square" anchor="ctr">
            <a:spAutoFit/>
          </a:bodyPr>
          <a:lstStyle/>
          <a:p>
            <a:pPr marL="285743" indent="-285743" algn="ctr">
              <a:lnSpc>
                <a:spcPct val="200000"/>
              </a:lnSpc>
              <a:buBlip>
                <a:blip r:embed="rId3"/>
              </a:buBlip>
              <a:defRPr/>
            </a:pPr>
            <a:endParaRPr lang="zh-CN" altLang="en-US" sz="1050" b="1" dirty="0">
              <a:solidFill>
                <a:srgbClr val="0000FF"/>
              </a:solidFill>
              <a:latin typeface="思源黑体" panose="020B0800000000000000" pitchFamily="34" charset="-122"/>
              <a:ea typeface="思源黑体" panose="020B0800000000000000" pitchFamily="34" charset="-122"/>
              <a:cs typeface="Arial" pitchFamily="34" charset="0"/>
              <a:sym typeface="Wingdings" pitchFamily="2" charset="2"/>
            </a:endParaRPr>
          </a:p>
        </p:txBody>
      </p:sp>
      <p:sp>
        <p:nvSpPr>
          <p:cNvPr id="4" name="文本框 20">
            <a:extLst>
              <a:ext uri="{FF2B5EF4-FFF2-40B4-BE49-F238E27FC236}">
                <a16:creationId xmlns:a16="http://schemas.microsoft.com/office/drawing/2014/main" id="{94782366-33E8-F14D-3C1E-BD4F2695AEE5}"/>
              </a:ext>
            </a:extLst>
          </p:cNvPr>
          <p:cNvSpPr txBox="1">
            <a:spLocks noChangeArrowheads="1"/>
          </p:cNvSpPr>
          <p:nvPr/>
        </p:nvSpPr>
        <p:spPr bwMode="auto">
          <a:xfrm>
            <a:off x="247028" y="733911"/>
            <a:ext cx="999425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R="0" lvl="0" indent="0" defTabSz="1219200" fontAlgn="auto">
              <a:lnSpc>
                <a:spcPct val="100000"/>
              </a:lnSpc>
              <a:spcBef>
                <a:spcPct val="0"/>
              </a:spcBef>
              <a:spcAft>
                <a:spcPts val="0"/>
              </a:spcAft>
              <a:buClrTx/>
              <a:buSzTx/>
              <a:buFont typeface="思源宋体 CN Heavy" panose="02020900000000000000" pitchFamily="18" charset="-122"/>
              <a:buNone/>
              <a:tabLst/>
              <a:defRPr kumimoji="0" sz="2800" b="1" i="0" u="none" strike="noStrike" kern="0" cap="none" spc="0" normalizeH="0" baseline="0">
                <a:ln>
                  <a:noFill/>
                </a:ln>
                <a:solidFill>
                  <a:prstClr val="black">
                    <a:lumMod val="75000"/>
                    <a:lumOff val="25000"/>
                  </a:prstClr>
                </a:solidFill>
                <a:effectLst/>
                <a:uLnTx/>
                <a:uFillTx/>
                <a:latin typeface="Arial"/>
                <a:ea typeface="微软雅黑"/>
                <a:cs typeface="思源宋体 CN Heavy" panose="02020900000000000000" pitchFamily="18" charset="-122"/>
              </a:defRPr>
            </a:lvl1pPr>
            <a:lvl2pPr marL="742950" indent="-285750">
              <a:lnSpc>
                <a:spcPct val="90000"/>
              </a:lnSpc>
              <a:spcBef>
                <a:spcPts val="500"/>
              </a:spcBef>
              <a:buFont typeface="Arial" panose="020B0604020202020204" pitchFamily="34" charset="0"/>
              <a:buChar char="•"/>
              <a:defRPr sz="2400">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pPr>
              <a:lnSpc>
                <a:spcPct val="150000"/>
              </a:lnSpc>
            </a:pPr>
            <a:r>
              <a:rPr lang="en-US" altLang="zh-CN" sz="2000" b="0" dirty="0">
                <a:solidFill>
                  <a:schemeClr val="tx1"/>
                </a:solidFill>
                <a:latin typeface="思源宋体" panose="02020700000000000000" pitchFamily="18" charset="-122"/>
                <a:ea typeface="思源宋体" panose="02020700000000000000" pitchFamily="18" charset="-122"/>
                <a:sym typeface="Arial"/>
              </a:rPr>
              <a:t>3</a:t>
            </a:r>
            <a:r>
              <a:rPr lang="en-US" altLang="zh-CN" sz="2000" b="0" dirty="0" smtClean="0">
                <a:solidFill>
                  <a:schemeClr val="tx1"/>
                </a:solidFill>
                <a:latin typeface="思源宋体" panose="02020700000000000000" pitchFamily="18" charset="-122"/>
                <a:ea typeface="思源宋体" panose="02020700000000000000" pitchFamily="18" charset="-122"/>
                <a:sym typeface="Arial"/>
              </a:rPr>
              <a:t>.</a:t>
            </a:r>
            <a:r>
              <a:rPr lang="zh-CN" altLang="en-US" sz="2000" b="0" dirty="0" smtClean="0">
                <a:solidFill>
                  <a:schemeClr val="tx1"/>
                </a:solidFill>
                <a:latin typeface="思源宋体" panose="02020700000000000000" pitchFamily="18" charset="-122"/>
                <a:ea typeface="思源宋体" panose="02020700000000000000" pitchFamily="18" charset="-122"/>
                <a:sym typeface="Arial"/>
              </a:rPr>
              <a:t>报警归属生产课逻辑</a:t>
            </a:r>
            <a:endParaRPr lang="en-US" altLang="zh-CN" sz="2000" b="0" dirty="0" smtClean="0">
              <a:solidFill>
                <a:schemeClr val="tx1"/>
              </a:solidFill>
              <a:latin typeface="思源宋体" panose="02020700000000000000" pitchFamily="18" charset="-122"/>
              <a:ea typeface="思源宋体" panose="02020700000000000000" pitchFamily="18" charset="-122"/>
              <a:sym typeface="Arial"/>
            </a:endParaRPr>
          </a:p>
          <a:p>
            <a:pPr>
              <a:lnSpc>
                <a:spcPct val="150000"/>
              </a:lnSpc>
            </a:pPr>
            <a:endParaRPr lang="en-US" altLang="zh-CN" sz="1600" b="0" dirty="0" smtClean="0">
              <a:solidFill>
                <a:schemeClr val="tx1"/>
              </a:solidFill>
              <a:latin typeface="思源宋体" panose="02020700000000000000" pitchFamily="18" charset="-122"/>
              <a:ea typeface="思源宋体" panose="02020700000000000000" pitchFamily="18" charset="-122"/>
              <a:sym typeface="Arial"/>
            </a:endParaRPr>
          </a:p>
        </p:txBody>
      </p:sp>
      <p:sp>
        <p:nvSpPr>
          <p:cNvPr id="6" name="文本框 5"/>
          <p:cNvSpPr txBox="1"/>
          <p:nvPr/>
        </p:nvSpPr>
        <p:spPr>
          <a:xfrm>
            <a:off x="368524" y="1421430"/>
            <a:ext cx="11651679" cy="1815882"/>
          </a:xfrm>
          <a:prstGeom prst="rect">
            <a:avLst/>
          </a:prstGeom>
          <a:noFill/>
        </p:spPr>
        <p:txBody>
          <a:bodyPr wrap="square" rtlCol="0">
            <a:spAutoFit/>
          </a:bodyPr>
          <a:lstStyle/>
          <a:p>
            <a:r>
              <a:rPr lang="en-US" altLang="zh-CN" sz="1600" dirty="0" smtClean="0">
                <a:latin typeface="思源宋体" panose="02020700000000000000" pitchFamily="18" charset="-122"/>
                <a:ea typeface="思源宋体" panose="02020700000000000000" pitchFamily="18" charset="-122"/>
              </a:rPr>
              <a:t>(1).</a:t>
            </a:r>
            <a:r>
              <a:rPr lang="en-US" altLang="zh-CN" sz="1600" dirty="0" err="1" smtClean="0">
                <a:latin typeface="思源宋体" panose="02020700000000000000" pitchFamily="18" charset="-122"/>
                <a:ea typeface="思源宋体" panose="02020700000000000000" pitchFamily="18" charset="-122"/>
              </a:rPr>
              <a:t>LongMaskTMPAuto</a:t>
            </a:r>
            <a:r>
              <a:rPr lang="zh-CN" altLang="en-US" sz="1600" dirty="0" smtClean="0">
                <a:latin typeface="思源宋体" panose="02020700000000000000" pitchFamily="18" charset="-122"/>
                <a:ea typeface="思源宋体" panose="02020700000000000000" pitchFamily="18" charset="-122"/>
              </a:rPr>
              <a:t>归属黄光生产课</a:t>
            </a:r>
            <a:endParaRPr lang="en-US" altLang="zh-CN" sz="1600" dirty="0" smtClean="0">
              <a:latin typeface="思源宋体" panose="02020700000000000000" pitchFamily="18" charset="-122"/>
              <a:ea typeface="思源宋体" panose="02020700000000000000" pitchFamily="18" charset="-122"/>
            </a:endParaRPr>
          </a:p>
          <a:p>
            <a:endParaRPr lang="en-US" altLang="zh-CN" sz="1600" dirty="0" smtClean="0">
              <a:latin typeface="思源宋体" panose="02020700000000000000" pitchFamily="18" charset="-122"/>
              <a:ea typeface="思源宋体" panose="02020700000000000000" pitchFamily="18" charset="-122"/>
            </a:endParaRPr>
          </a:p>
          <a:p>
            <a:r>
              <a:rPr lang="en-US" altLang="zh-CN" sz="1600" dirty="0" smtClean="0">
                <a:latin typeface="思源宋体" panose="02020700000000000000" pitchFamily="18" charset="-122"/>
                <a:ea typeface="思源宋体" panose="02020700000000000000" pitchFamily="18" charset="-122"/>
              </a:rPr>
              <a:t>(</a:t>
            </a:r>
            <a:r>
              <a:rPr lang="en-US" altLang="zh-CN" sz="1600" dirty="0">
                <a:latin typeface="思源宋体" panose="02020700000000000000" pitchFamily="18" charset="-122"/>
                <a:ea typeface="思源宋体" panose="02020700000000000000" pitchFamily="18" charset="-122"/>
              </a:rPr>
              <a:t>2). </a:t>
            </a:r>
            <a:r>
              <a:rPr lang="en-US" altLang="zh-CN" sz="1600" dirty="0" err="1" smtClean="0">
                <a:latin typeface="思源宋体" panose="02020700000000000000" pitchFamily="18" charset="-122"/>
                <a:ea typeface="思源宋体" panose="02020700000000000000" pitchFamily="18" charset="-122"/>
              </a:rPr>
              <a:t>EQPAlarm</a:t>
            </a:r>
            <a:r>
              <a:rPr lang="zh-CN" altLang="en-US" sz="1600" dirty="0" smtClean="0">
                <a:latin typeface="思源宋体" panose="02020700000000000000" pitchFamily="18" charset="-122"/>
                <a:ea typeface="思源宋体" panose="02020700000000000000" pitchFamily="18" charset="-122"/>
              </a:rPr>
              <a:t>、</a:t>
            </a:r>
            <a:r>
              <a:rPr lang="en-US" altLang="zh-CN" sz="1600" dirty="0">
                <a:latin typeface="思源宋体" panose="02020700000000000000" pitchFamily="18" charset="-122"/>
                <a:ea typeface="思源宋体" panose="02020700000000000000" pitchFamily="18" charset="-122"/>
              </a:rPr>
              <a:t> </a:t>
            </a:r>
            <a:r>
              <a:rPr lang="en-US" altLang="zh-CN" sz="1600" dirty="0" err="1" smtClean="0">
                <a:latin typeface="思源宋体" panose="02020700000000000000" pitchFamily="18" charset="-122"/>
                <a:ea typeface="思源宋体" panose="02020700000000000000" pitchFamily="18" charset="-122"/>
              </a:rPr>
              <a:t>LongRun</a:t>
            </a:r>
            <a:r>
              <a:rPr lang="zh-CN" altLang="en-US" sz="1600" dirty="0" smtClean="0">
                <a:latin typeface="思源宋体" panose="02020700000000000000" pitchFamily="18" charset="-122"/>
                <a:ea typeface="思源宋体" panose="02020700000000000000" pitchFamily="18" charset="-122"/>
              </a:rPr>
              <a:t>根据机台匹配生产课</a:t>
            </a:r>
            <a:endParaRPr lang="en-US" altLang="zh-CN" sz="1600" dirty="0" smtClean="0">
              <a:latin typeface="思源宋体" panose="02020700000000000000" pitchFamily="18" charset="-122"/>
              <a:ea typeface="思源宋体" panose="02020700000000000000" pitchFamily="18" charset="-122"/>
            </a:endParaRPr>
          </a:p>
          <a:p>
            <a:r>
              <a:rPr lang="zh-CN" altLang="en-US" sz="1600" dirty="0" smtClean="0">
                <a:latin typeface="思源宋体" panose="02020700000000000000" pitchFamily="18" charset="-122"/>
                <a:ea typeface="思源宋体" panose="02020700000000000000" pitchFamily="18" charset="-122"/>
              </a:rPr>
              <a:t>    </a:t>
            </a:r>
            <a:endParaRPr lang="en-US" altLang="zh-CN" sz="1600" dirty="0" smtClean="0">
              <a:latin typeface="思源宋体" panose="02020700000000000000" pitchFamily="18" charset="-122"/>
              <a:ea typeface="思源宋体" panose="02020700000000000000" pitchFamily="18" charset="-122"/>
            </a:endParaRPr>
          </a:p>
          <a:p>
            <a:r>
              <a:rPr lang="en-US" altLang="zh-CN" sz="1600" dirty="0" smtClean="0">
                <a:latin typeface="思源宋体" panose="02020700000000000000" pitchFamily="18" charset="-122"/>
                <a:ea typeface="思源宋体" panose="02020700000000000000" pitchFamily="18" charset="-122"/>
              </a:rPr>
              <a:t>(3).</a:t>
            </a:r>
            <a:r>
              <a:rPr lang="en-US" altLang="zh-CN" sz="1600" dirty="0" err="1" smtClean="0">
                <a:latin typeface="思源宋体" panose="02020700000000000000" pitchFamily="18" charset="-122"/>
                <a:ea typeface="思源宋体" panose="02020700000000000000" pitchFamily="18" charset="-122"/>
              </a:rPr>
              <a:t>ChangeAcid</a:t>
            </a:r>
            <a:r>
              <a:rPr lang="zh-CN" altLang="en-US" sz="1600" dirty="0" smtClean="0">
                <a:latin typeface="思源宋体" panose="02020700000000000000" pitchFamily="18" charset="-122"/>
                <a:ea typeface="思源宋体" panose="02020700000000000000" pitchFamily="18" charset="-122"/>
              </a:rPr>
              <a:t>、</a:t>
            </a:r>
            <a:r>
              <a:rPr lang="en-US" altLang="zh-CN" sz="1600" dirty="0" err="1" smtClean="0">
                <a:latin typeface="思源宋体" panose="02020700000000000000" pitchFamily="18" charset="-122"/>
                <a:ea typeface="思源宋体" panose="02020700000000000000" pitchFamily="18" charset="-122"/>
              </a:rPr>
              <a:t>UrgentLot</a:t>
            </a:r>
            <a:r>
              <a:rPr lang="zh-CN" altLang="en-US" sz="1600" dirty="0">
                <a:latin typeface="思源宋体" panose="02020700000000000000" pitchFamily="18" charset="-122"/>
                <a:ea typeface="思源宋体" panose="02020700000000000000" pitchFamily="18" charset="-122"/>
              </a:rPr>
              <a:t>、</a:t>
            </a:r>
            <a:r>
              <a:rPr lang="en-US" altLang="zh-CN" sz="1600" dirty="0" err="1" smtClean="0">
                <a:latin typeface="思源宋体" panose="02020700000000000000" pitchFamily="18" charset="-122"/>
                <a:ea typeface="思源宋体" panose="02020700000000000000" pitchFamily="18" charset="-122"/>
              </a:rPr>
              <a:t>QTimeUrgent</a:t>
            </a:r>
            <a:r>
              <a:rPr lang="zh-CN" altLang="en-US" sz="1600" dirty="0" smtClean="0">
                <a:latin typeface="思源宋体" panose="02020700000000000000" pitchFamily="18" charset="-122"/>
                <a:ea typeface="思源宋体" panose="02020700000000000000" pitchFamily="18" charset="-122"/>
              </a:rPr>
              <a:t>、</a:t>
            </a:r>
            <a:r>
              <a:rPr lang="en-US" altLang="zh-CN" sz="1600" dirty="0" err="1" smtClean="0">
                <a:latin typeface="思源宋体" panose="02020700000000000000" pitchFamily="18" charset="-122"/>
                <a:ea typeface="思源宋体" panose="02020700000000000000" pitchFamily="18" charset="-122"/>
              </a:rPr>
              <a:t>SRSkipAbnormal</a:t>
            </a:r>
            <a:r>
              <a:rPr lang="zh-CN" altLang="en-US" sz="1600" dirty="0" smtClean="0">
                <a:latin typeface="思源宋体" panose="02020700000000000000" pitchFamily="18" charset="-122"/>
                <a:ea typeface="思源宋体" panose="02020700000000000000" pitchFamily="18" charset="-122"/>
              </a:rPr>
              <a:t>、</a:t>
            </a:r>
            <a:r>
              <a:rPr lang="en-US" altLang="zh-CN" sz="1600" dirty="0" err="1" smtClean="0">
                <a:latin typeface="思源宋体" panose="02020700000000000000" pitchFamily="18" charset="-122"/>
                <a:ea typeface="思源宋体" panose="02020700000000000000" pitchFamily="18" charset="-122"/>
              </a:rPr>
              <a:t>CrossFabFail</a:t>
            </a:r>
            <a:r>
              <a:rPr lang="zh-CN" altLang="en-US" sz="1600" dirty="0" smtClean="0">
                <a:latin typeface="思源宋体" panose="02020700000000000000" pitchFamily="18" charset="-122"/>
                <a:ea typeface="思源宋体" panose="02020700000000000000" pitchFamily="18" charset="-122"/>
              </a:rPr>
              <a:t>、</a:t>
            </a:r>
            <a:r>
              <a:rPr lang="en-US" altLang="zh-CN" sz="1600" dirty="0" err="1" smtClean="0">
                <a:latin typeface="思源宋体" panose="02020700000000000000" pitchFamily="18" charset="-122"/>
                <a:ea typeface="思源宋体" panose="02020700000000000000" pitchFamily="18" charset="-122"/>
              </a:rPr>
              <a:t>TransferAbnormal</a:t>
            </a:r>
            <a:r>
              <a:rPr lang="zh-CN" altLang="en-US" sz="1600" dirty="0" smtClean="0">
                <a:latin typeface="思源宋体" panose="02020700000000000000" pitchFamily="18" charset="-122"/>
                <a:ea typeface="思源宋体" panose="02020700000000000000" pitchFamily="18" charset="-122"/>
              </a:rPr>
              <a:t>根据站点匹配生产课</a:t>
            </a:r>
            <a:r>
              <a:rPr lang="en-US" altLang="zh-CN" sz="1600" dirty="0" smtClean="0">
                <a:latin typeface="思源宋体" panose="02020700000000000000" pitchFamily="18" charset="-122"/>
                <a:ea typeface="思源宋体" panose="02020700000000000000" pitchFamily="18" charset="-122"/>
              </a:rPr>
              <a:t> </a:t>
            </a:r>
          </a:p>
          <a:p>
            <a:endParaRPr lang="en-US" altLang="zh-CN" sz="1600" dirty="0" smtClean="0">
              <a:latin typeface="思源宋体" panose="02020700000000000000" pitchFamily="18" charset="-122"/>
              <a:ea typeface="思源宋体" panose="02020700000000000000" pitchFamily="18" charset="-122"/>
            </a:endParaRPr>
          </a:p>
        </p:txBody>
      </p:sp>
      <p:sp>
        <p:nvSpPr>
          <p:cNvPr id="7" name="文本框 20">
            <a:extLst>
              <a:ext uri="{FF2B5EF4-FFF2-40B4-BE49-F238E27FC236}">
                <a16:creationId xmlns:a16="http://schemas.microsoft.com/office/drawing/2014/main" id="{94782366-33E8-F14D-3C1E-BD4F2695AEE5}"/>
              </a:ext>
            </a:extLst>
          </p:cNvPr>
          <p:cNvSpPr txBox="1">
            <a:spLocks noChangeArrowheads="1"/>
          </p:cNvSpPr>
          <p:nvPr/>
        </p:nvSpPr>
        <p:spPr bwMode="auto">
          <a:xfrm>
            <a:off x="1657421" y="323816"/>
            <a:ext cx="521720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R="0" lvl="0" indent="0" defTabSz="1219200" fontAlgn="auto">
              <a:lnSpc>
                <a:spcPct val="100000"/>
              </a:lnSpc>
              <a:spcBef>
                <a:spcPct val="0"/>
              </a:spcBef>
              <a:spcAft>
                <a:spcPts val="0"/>
              </a:spcAft>
              <a:buClrTx/>
              <a:buSzTx/>
              <a:buFont typeface="思源宋体 CN Heavy" panose="02020900000000000000" pitchFamily="18" charset="-122"/>
              <a:buNone/>
              <a:tabLst/>
              <a:defRPr kumimoji="0" sz="2800" b="1" i="0" u="none" strike="noStrike" kern="0" cap="none" spc="0" normalizeH="0" baseline="0">
                <a:ln>
                  <a:noFill/>
                </a:ln>
                <a:solidFill>
                  <a:prstClr val="black">
                    <a:lumMod val="75000"/>
                    <a:lumOff val="25000"/>
                  </a:prstClr>
                </a:solidFill>
                <a:effectLst/>
                <a:uLnTx/>
                <a:uFillTx/>
                <a:latin typeface="Arial"/>
                <a:ea typeface="微软雅黑"/>
                <a:cs typeface="思源宋体 CN Heavy" panose="02020900000000000000" pitchFamily="18" charset="-122"/>
              </a:defRPr>
            </a:lvl1pPr>
            <a:lvl2pPr marL="742950" indent="-285750">
              <a:lnSpc>
                <a:spcPct val="90000"/>
              </a:lnSpc>
              <a:spcBef>
                <a:spcPts val="500"/>
              </a:spcBef>
              <a:buFont typeface="Arial" panose="020B0604020202020204" pitchFamily="34" charset="0"/>
              <a:buChar char="•"/>
              <a:defRPr sz="2400">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r>
              <a:rPr lang="en-US" altLang="zh-CN" sz="2400" dirty="0">
                <a:solidFill>
                  <a:schemeClr val="tx1"/>
                </a:solidFill>
                <a:latin typeface="思源黑体" panose="020B0800000000000000" pitchFamily="34" charset="-122"/>
                <a:ea typeface="思源黑体" panose="020B0800000000000000" pitchFamily="34" charset="-122"/>
                <a:sym typeface="Arial"/>
              </a:rPr>
              <a:t>Alarm</a:t>
            </a:r>
            <a:r>
              <a:rPr lang="zh-CN" altLang="en-US" sz="2400" dirty="0">
                <a:solidFill>
                  <a:schemeClr val="tx1"/>
                </a:solidFill>
                <a:latin typeface="思源黑体" panose="020B0800000000000000" pitchFamily="34" charset="-122"/>
                <a:ea typeface="思源黑体" panose="020B0800000000000000" pitchFamily="34" charset="-122"/>
                <a:sym typeface="Arial"/>
              </a:rPr>
              <a:t>种类和监控</a:t>
            </a:r>
            <a:r>
              <a:rPr lang="zh-CN" altLang="en-US" sz="2400" dirty="0" smtClean="0">
                <a:solidFill>
                  <a:schemeClr val="tx1"/>
                </a:solidFill>
                <a:latin typeface="思源黑体" panose="020B0800000000000000" pitchFamily="34" charset="-122"/>
                <a:ea typeface="思源黑体" panose="020B0800000000000000" pitchFamily="34" charset="-122"/>
                <a:sym typeface="Arial"/>
              </a:rPr>
              <a:t>逻辑</a:t>
            </a:r>
            <a:endParaRPr lang="zh-CN" altLang="en-US" sz="2400" dirty="0">
              <a:solidFill>
                <a:schemeClr val="tx1"/>
              </a:solidFill>
              <a:latin typeface="思源黑体" panose="020B0800000000000000" pitchFamily="34" charset="-122"/>
              <a:ea typeface="思源黑体" panose="020B0800000000000000" pitchFamily="34" charset="-122"/>
              <a:sym typeface="Arial"/>
            </a:endParaRPr>
          </a:p>
        </p:txBody>
      </p:sp>
    </p:spTree>
    <p:extLst>
      <p:ext uri="{BB962C8B-B14F-4D97-AF65-F5344CB8AC3E}">
        <p14:creationId xmlns:p14="http://schemas.microsoft.com/office/powerpoint/2010/main" val="22036495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文本框 20">
            <a:extLst>
              <a:ext uri="{FF2B5EF4-FFF2-40B4-BE49-F238E27FC236}">
                <a16:creationId xmlns:a16="http://schemas.microsoft.com/office/drawing/2014/main" id="{94782366-33E8-F14D-3C1E-BD4F2695AEE5}"/>
              </a:ext>
            </a:extLst>
          </p:cNvPr>
          <p:cNvSpPr txBox="1">
            <a:spLocks noChangeArrowheads="1"/>
          </p:cNvSpPr>
          <p:nvPr/>
        </p:nvSpPr>
        <p:spPr bwMode="auto">
          <a:xfrm>
            <a:off x="622352" y="329938"/>
            <a:ext cx="67443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R="0" lvl="0" indent="0" defTabSz="1219200" fontAlgn="auto">
              <a:lnSpc>
                <a:spcPct val="100000"/>
              </a:lnSpc>
              <a:spcBef>
                <a:spcPct val="0"/>
              </a:spcBef>
              <a:spcAft>
                <a:spcPts val="0"/>
              </a:spcAft>
              <a:buClrTx/>
              <a:buSzTx/>
              <a:buFont typeface="思源宋体 CN Heavy" panose="02020900000000000000" pitchFamily="18" charset="-122"/>
              <a:buNone/>
              <a:tabLst/>
              <a:defRPr kumimoji="0" sz="2800" b="1" i="0" u="none" strike="noStrike" kern="0" cap="none" spc="0" normalizeH="0" baseline="0">
                <a:ln>
                  <a:noFill/>
                </a:ln>
                <a:solidFill>
                  <a:prstClr val="black">
                    <a:lumMod val="75000"/>
                    <a:lumOff val="25000"/>
                  </a:prstClr>
                </a:solidFill>
                <a:effectLst/>
                <a:uLnTx/>
                <a:uFillTx/>
                <a:latin typeface="Arial"/>
                <a:ea typeface="微软雅黑"/>
                <a:cs typeface="思源宋体 CN Heavy" panose="02020900000000000000" pitchFamily="18" charset="-122"/>
              </a:defRPr>
            </a:lvl1pPr>
            <a:lvl2pPr marL="742950" indent="-285750">
              <a:lnSpc>
                <a:spcPct val="90000"/>
              </a:lnSpc>
              <a:spcBef>
                <a:spcPts val="500"/>
              </a:spcBef>
              <a:buFont typeface="Arial" panose="020B0604020202020204" pitchFamily="34" charset="0"/>
              <a:buChar char="•"/>
              <a:defRPr sz="2400">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pPr algn="ctr"/>
            <a:r>
              <a:rPr lang="en-US" altLang="zh-CN" sz="2400" dirty="0" smtClean="0">
                <a:solidFill>
                  <a:schemeClr val="bg1"/>
                </a:solidFill>
                <a:latin typeface="思源黑体" panose="020B0800000000000000" pitchFamily="34" charset="-122"/>
                <a:ea typeface="思源黑体" panose="020B0800000000000000" pitchFamily="34" charset="-122"/>
                <a:sym typeface="Arial"/>
              </a:rPr>
              <a:t>21</a:t>
            </a:r>
            <a:endParaRPr lang="zh-CN" altLang="en-US" sz="2400" dirty="0">
              <a:solidFill>
                <a:schemeClr val="bg1"/>
              </a:solidFill>
              <a:latin typeface="思源黑体" panose="020B0800000000000000" pitchFamily="34" charset="-122"/>
              <a:ea typeface="思源黑体" panose="020B0800000000000000" pitchFamily="34" charset="-122"/>
              <a:sym typeface="Arial"/>
            </a:endParaRPr>
          </a:p>
        </p:txBody>
      </p:sp>
      <p:sp>
        <p:nvSpPr>
          <p:cNvPr id="5" name="动作按钮: 第一张 4">
            <a:hlinkClick r:id="rId2" action="ppaction://hlinksldjump" highlightClick="1"/>
          </p:cNvPr>
          <p:cNvSpPr/>
          <p:nvPr/>
        </p:nvSpPr>
        <p:spPr bwMode="auto">
          <a:xfrm>
            <a:off x="11664951" y="6344292"/>
            <a:ext cx="414000" cy="415498"/>
          </a:xfrm>
          <a:prstGeom prst="actionButtonHome">
            <a:avLst/>
          </a:prstGeom>
          <a:solidFill>
            <a:srgbClr val="4F80C9"/>
          </a:solidFill>
          <a:ln>
            <a:noFill/>
          </a:ln>
          <a:extLst/>
        </p:spPr>
        <p:txBody>
          <a:bodyPr wrap="square" anchor="ctr">
            <a:spAutoFit/>
          </a:bodyPr>
          <a:lstStyle/>
          <a:p>
            <a:pPr marL="285743" indent="-285743" algn="ctr">
              <a:lnSpc>
                <a:spcPct val="200000"/>
              </a:lnSpc>
              <a:buBlip>
                <a:blip r:embed="rId3"/>
              </a:buBlip>
              <a:defRPr/>
            </a:pPr>
            <a:endParaRPr lang="zh-CN" altLang="en-US" sz="1050" b="1" dirty="0">
              <a:solidFill>
                <a:srgbClr val="0000FF"/>
              </a:solidFill>
              <a:latin typeface="思源黑体" panose="020B0800000000000000" pitchFamily="34" charset="-122"/>
              <a:ea typeface="思源黑体" panose="020B0800000000000000" pitchFamily="34" charset="-122"/>
              <a:cs typeface="Arial" pitchFamily="34" charset="0"/>
              <a:sym typeface="Wingdings" pitchFamily="2" charset="2"/>
            </a:endParaRPr>
          </a:p>
        </p:txBody>
      </p:sp>
      <p:sp>
        <p:nvSpPr>
          <p:cNvPr id="4" name="文本框 20">
            <a:extLst>
              <a:ext uri="{FF2B5EF4-FFF2-40B4-BE49-F238E27FC236}">
                <a16:creationId xmlns:a16="http://schemas.microsoft.com/office/drawing/2014/main" id="{94782366-33E8-F14D-3C1E-BD4F2695AEE5}"/>
              </a:ext>
            </a:extLst>
          </p:cNvPr>
          <p:cNvSpPr txBox="1">
            <a:spLocks noChangeArrowheads="1"/>
          </p:cNvSpPr>
          <p:nvPr/>
        </p:nvSpPr>
        <p:spPr bwMode="auto">
          <a:xfrm>
            <a:off x="1657421" y="323816"/>
            <a:ext cx="601522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R="0" lvl="0" indent="0" defTabSz="1219200" fontAlgn="auto">
              <a:lnSpc>
                <a:spcPct val="100000"/>
              </a:lnSpc>
              <a:spcBef>
                <a:spcPct val="0"/>
              </a:spcBef>
              <a:spcAft>
                <a:spcPts val="0"/>
              </a:spcAft>
              <a:buClrTx/>
              <a:buSzTx/>
              <a:buFont typeface="思源宋体 CN Heavy" panose="02020900000000000000" pitchFamily="18" charset="-122"/>
              <a:buNone/>
              <a:tabLst/>
              <a:defRPr kumimoji="0" sz="2800" b="1" i="0" u="none" strike="noStrike" kern="0" cap="none" spc="0" normalizeH="0" baseline="0">
                <a:ln>
                  <a:noFill/>
                </a:ln>
                <a:solidFill>
                  <a:prstClr val="black">
                    <a:lumMod val="75000"/>
                    <a:lumOff val="25000"/>
                  </a:prstClr>
                </a:solidFill>
                <a:effectLst/>
                <a:uLnTx/>
                <a:uFillTx/>
                <a:latin typeface="Arial"/>
                <a:ea typeface="微软雅黑"/>
                <a:cs typeface="思源宋体 CN Heavy" panose="02020900000000000000" pitchFamily="18" charset="-122"/>
              </a:defRPr>
            </a:lvl1pPr>
            <a:lvl2pPr marL="742950" indent="-285750">
              <a:lnSpc>
                <a:spcPct val="90000"/>
              </a:lnSpc>
              <a:spcBef>
                <a:spcPts val="500"/>
              </a:spcBef>
              <a:buFont typeface="Arial" panose="020B0604020202020204" pitchFamily="34" charset="0"/>
              <a:buChar char="•"/>
              <a:defRPr sz="2400">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r>
              <a:rPr lang="zh-CN" altLang="en-US" sz="2400" dirty="0" smtClean="0">
                <a:solidFill>
                  <a:schemeClr val="tx1"/>
                </a:solidFill>
                <a:latin typeface="思源黑体" panose="020B0800000000000000" pitchFamily="34" charset="-122"/>
                <a:ea typeface="思源黑体" panose="020B0800000000000000" pitchFamily="34" charset="-122"/>
                <a:sym typeface="Arial"/>
              </a:rPr>
              <a:t>系统</a:t>
            </a:r>
            <a:r>
              <a:rPr lang="zh-CN" altLang="en-US" sz="2400" dirty="0">
                <a:solidFill>
                  <a:schemeClr val="tx1"/>
                </a:solidFill>
                <a:latin typeface="思源黑体" panose="020B0800000000000000" pitchFamily="34" charset="-122"/>
                <a:ea typeface="思源黑体" panose="020B0800000000000000" pitchFamily="34" charset="-122"/>
                <a:sym typeface="Arial"/>
              </a:rPr>
              <a:t>问题的报案</a:t>
            </a:r>
            <a:r>
              <a:rPr lang="zh-CN" altLang="en-US" sz="2400" dirty="0" smtClean="0">
                <a:solidFill>
                  <a:schemeClr val="tx1"/>
                </a:solidFill>
                <a:latin typeface="思源黑体" panose="020B0800000000000000" pitchFamily="34" charset="-122"/>
                <a:ea typeface="思源黑体" panose="020B0800000000000000" pitchFamily="34" charset="-122"/>
                <a:sym typeface="Arial"/>
              </a:rPr>
              <a:t>流程</a:t>
            </a:r>
            <a:endParaRPr lang="zh-CN" altLang="en-US" sz="2400" dirty="0">
              <a:solidFill>
                <a:schemeClr val="tx1"/>
              </a:solidFill>
              <a:latin typeface="思源黑体" panose="020B0800000000000000" pitchFamily="34" charset="-122"/>
              <a:ea typeface="思源黑体" panose="020B0800000000000000" pitchFamily="34" charset="-122"/>
              <a:sym typeface="Arial"/>
            </a:endParaRPr>
          </a:p>
        </p:txBody>
      </p:sp>
      <p:sp>
        <p:nvSpPr>
          <p:cNvPr id="6" name="文本框 20">
            <a:extLst>
              <a:ext uri="{FF2B5EF4-FFF2-40B4-BE49-F238E27FC236}">
                <a16:creationId xmlns:a16="http://schemas.microsoft.com/office/drawing/2014/main" id="{94782366-33E8-F14D-3C1E-BD4F2695AEE5}"/>
              </a:ext>
            </a:extLst>
          </p:cNvPr>
          <p:cNvSpPr txBox="1">
            <a:spLocks noChangeArrowheads="1"/>
          </p:cNvSpPr>
          <p:nvPr/>
        </p:nvSpPr>
        <p:spPr bwMode="auto">
          <a:xfrm>
            <a:off x="247028" y="733911"/>
            <a:ext cx="11665110" cy="2769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R="0" lvl="0" indent="0" defTabSz="1219200" fontAlgn="auto">
              <a:lnSpc>
                <a:spcPct val="100000"/>
              </a:lnSpc>
              <a:spcBef>
                <a:spcPct val="0"/>
              </a:spcBef>
              <a:spcAft>
                <a:spcPts val="0"/>
              </a:spcAft>
              <a:buClrTx/>
              <a:buSzTx/>
              <a:buFont typeface="思源宋体 CN Heavy" panose="02020900000000000000" pitchFamily="18" charset="-122"/>
              <a:buNone/>
              <a:tabLst/>
              <a:defRPr kumimoji="0" sz="2800" b="1" i="0" u="none" strike="noStrike" kern="0" cap="none" spc="0" normalizeH="0" baseline="0">
                <a:ln>
                  <a:noFill/>
                </a:ln>
                <a:solidFill>
                  <a:prstClr val="black">
                    <a:lumMod val="75000"/>
                    <a:lumOff val="25000"/>
                  </a:prstClr>
                </a:solidFill>
                <a:effectLst/>
                <a:uLnTx/>
                <a:uFillTx/>
                <a:latin typeface="Arial"/>
                <a:ea typeface="微软雅黑"/>
                <a:cs typeface="思源宋体 CN Heavy" panose="02020900000000000000" pitchFamily="18" charset="-122"/>
              </a:defRPr>
            </a:lvl1pPr>
            <a:lvl2pPr marL="742950" indent="-285750">
              <a:lnSpc>
                <a:spcPct val="90000"/>
              </a:lnSpc>
              <a:spcBef>
                <a:spcPts val="500"/>
              </a:spcBef>
              <a:buFont typeface="Arial" panose="020B0604020202020204" pitchFamily="34" charset="0"/>
              <a:buChar char="•"/>
              <a:defRPr sz="2400">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pPr>
              <a:lnSpc>
                <a:spcPct val="150000"/>
              </a:lnSpc>
            </a:pPr>
            <a:r>
              <a:rPr lang="en-US" altLang="zh-CN" sz="2000" b="0" dirty="0" smtClean="0">
                <a:solidFill>
                  <a:schemeClr val="tx1"/>
                </a:solidFill>
                <a:latin typeface="思源宋体" panose="02020700000000000000" pitchFamily="18" charset="-122"/>
                <a:ea typeface="思源宋体" panose="02020700000000000000" pitchFamily="18" charset="-122"/>
                <a:sym typeface="Arial"/>
              </a:rPr>
              <a:t>User</a:t>
            </a:r>
            <a:r>
              <a:rPr lang="zh-CN" altLang="en-US" sz="2000" b="0" dirty="0" smtClean="0">
                <a:solidFill>
                  <a:schemeClr val="tx1"/>
                </a:solidFill>
                <a:latin typeface="思源宋体" panose="02020700000000000000" pitchFamily="18" charset="-122"/>
                <a:ea typeface="思源宋体" panose="02020700000000000000" pitchFamily="18" charset="-122"/>
                <a:sym typeface="Arial"/>
              </a:rPr>
              <a:t>使用制造讯息中心遇到问题如何处理？</a:t>
            </a:r>
            <a:endParaRPr lang="en-US" altLang="zh-CN" sz="2000" b="0" dirty="0" smtClean="0">
              <a:solidFill>
                <a:schemeClr val="tx1"/>
              </a:solidFill>
              <a:latin typeface="思源宋体" panose="02020700000000000000" pitchFamily="18" charset="-122"/>
              <a:ea typeface="思源宋体" panose="02020700000000000000" pitchFamily="18" charset="-122"/>
              <a:sym typeface="Arial"/>
            </a:endParaRPr>
          </a:p>
          <a:p>
            <a:pPr>
              <a:lnSpc>
                <a:spcPct val="150000"/>
              </a:lnSpc>
            </a:pPr>
            <a:r>
              <a:rPr lang="en-US" altLang="zh-CN" sz="1600" b="0" dirty="0">
                <a:solidFill>
                  <a:schemeClr val="tx1"/>
                </a:solidFill>
                <a:latin typeface="思源宋体" panose="02020700000000000000" pitchFamily="18" charset="-122"/>
                <a:ea typeface="思源宋体" panose="02020700000000000000" pitchFamily="18" charset="-122"/>
                <a:sym typeface="Arial"/>
              </a:rPr>
              <a:t>Q</a:t>
            </a:r>
            <a:r>
              <a:rPr lang="en-US" altLang="zh-CN" sz="1600" b="0" dirty="0" smtClean="0">
                <a:solidFill>
                  <a:schemeClr val="tx1"/>
                </a:solidFill>
                <a:latin typeface="思源宋体" panose="02020700000000000000" pitchFamily="18" charset="-122"/>
                <a:ea typeface="思源宋体" panose="02020700000000000000" pitchFamily="18" charset="-122"/>
                <a:sym typeface="Arial"/>
              </a:rPr>
              <a:t>.</a:t>
            </a:r>
            <a:r>
              <a:rPr lang="zh-CN" altLang="en-US" sz="1600" b="0" dirty="0" smtClean="0">
                <a:solidFill>
                  <a:schemeClr val="tx1"/>
                </a:solidFill>
                <a:latin typeface="思源宋体" panose="02020700000000000000" pitchFamily="18" charset="-122"/>
                <a:ea typeface="思源宋体" panose="02020700000000000000" pitchFamily="18" charset="-122"/>
                <a:sym typeface="Arial"/>
              </a:rPr>
              <a:t>软件不会操作</a:t>
            </a:r>
            <a:endParaRPr lang="en-US" altLang="zh-CN" sz="1600" b="0" dirty="0" smtClean="0">
              <a:solidFill>
                <a:schemeClr val="tx1"/>
              </a:solidFill>
              <a:latin typeface="思源宋体" panose="02020700000000000000" pitchFamily="18" charset="-122"/>
              <a:ea typeface="思源宋体" panose="02020700000000000000" pitchFamily="18" charset="-122"/>
              <a:sym typeface="Arial"/>
            </a:endParaRPr>
          </a:p>
          <a:p>
            <a:pPr>
              <a:lnSpc>
                <a:spcPct val="150000"/>
              </a:lnSpc>
            </a:pPr>
            <a:r>
              <a:rPr lang="en-US" altLang="zh-CN" sz="1600" b="0" dirty="0" smtClean="0">
                <a:solidFill>
                  <a:schemeClr val="tx1"/>
                </a:solidFill>
                <a:latin typeface="思源宋体" panose="02020700000000000000" pitchFamily="18" charset="-122"/>
                <a:ea typeface="思源宋体" panose="02020700000000000000" pitchFamily="18" charset="-122"/>
                <a:sym typeface="Arial"/>
              </a:rPr>
              <a:t>A.</a:t>
            </a:r>
            <a:r>
              <a:rPr lang="zh-CN" altLang="en-US" sz="1600" b="0" dirty="0" smtClean="0">
                <a:solidFill>
                  <a:schemeClr val="tx1"/>
                </a:solidFill>
                <a:latin typeface="思源宋体" panose="02020700000000000000" pitchFamily="18" charset="-122"/>
                <a:ea typeface="思源宋体" panose="02020700000000000000" pitchFamily="18" charset="-122"/>
                <a:sym typeface="Arial"/>
              </a:rPr>
              <a:t>培训文档有详细的每一步骤操作，直接打开培训文档学习一遍。</a:t>
            </a:r>
            <a:endParaRPr lang="en-US" altLang="zh-CN" sz="1600" b="0" dirty="0" smtClean="0">
              <a:solidFill>
                <a:schemeClr val="tx1"/>
              </a:solidFill>
              <a:latin typeface="思源宋体" panose="02020700000000000000" pitchFamily="18" charset="-122"/>
              <a:ea typeface="思源宋体" panose="02020700000000000000" pitchFamily="18" charset="-122"/>
              <a:sym typeface="Arial"/>
            </a:endParaRPr>
          </a:p>
          <a:p>
            <a:pPr>
              <a:lnSpc>
                <a:spcPct val="150000"/>
              </a:lnSpc>
            </a:pPr>
            <a:r>
              <a:rPr lang="en-US" altLang="zh-CN" sz="1600" b="0" dirty="0" smtClean="0">
                <a:solidFill>
                  <a:schemeClr val="tx1"/>
                </a:solidFill>
                <a:latin typeface="思源宋体" panose="02020700000000000000" pitchFamily="18" charset="-122"/>
                <a:ea typeface="思源宋体" panose="02020700000000000000" pitchFamily="18" charset="-122"/>
                <a:sym typeface="Arial"/>
              </a:rPr>
              <a:t>Q.</a:t>
            </a:r>
            <a:r>
              <a:rPr lang="zh-CN" altLang="en-US" sz="1600" b="0" dirty="0" smtClean="0">
                <a:solidFill>
                  <a:schemeClr val="tx1"/>
                </a:solidFill>
                <a:latin typeface="思源宋体" panose="02020700000000000000" pitchFamily="18" charset="-122"/>
                <a:ea typeface="思源宋体" panose="02020700000000000000" pitchFamily="18" charset="-122"/>
                <a:sym typeface="Arial"/>
              </a:rPr>
              <a:t>报警为何归属我们课，不应该是</a:t>
            </a:r>
            <a:r>
              <a:rPr lang="en-US" altLang="zh-CN" sz="1600" b="0" dirty="0" smtClean="0">
                <a:solidFill>
                  <a:schemeClr val="tx1"/>
                </a:solidFill>
                <a:latin typeface="思源宋体" panose="02020700000000000000" pitchFamily="18" charset="-122"/>
                <a:ea typeface="思源宋体" panose="02020700000000000000" pitchFamily="18" charset="-122"/>
                <a:sym typeface="Arial"/>
              </a:rPr>
              <a:t>XX</a:t>
            </a:r>
            <a:r>
              <a:rPr lang="zh-CN" altLang="en-US" sz="1600" b="0" dirty="0" smtClean="0">
                <a:solidFill>
                  <a:schemeClr val="tx1"/>
                </a:solidFill>
                <a:latin typeface="思源宋体" panose="02020700000000000000" pitchFamily="18" charset="-122"/>
                <a:ea typeface="思源宋体" panose="02020700000000000000" pitchFamily="18" charset="-122"/>
                <a:sym typeface="Arial"/>
              </a:rPr>
              <a:t>课的吗</a:t>
            </a:r>
            <a:endParaRPr lang="en-US" altLang="zh-CN" sz="1600" b="0" dirty="0" smtClean="0">
              <a:solidFill>
                <a:schemeClr val="tx1"/>
              </a:solidFill>
              <a:latin typeface="思源宋体" panose="02020700000000000000" pitchFamily="18" charset="-122"/>
              <a:ea typeface="思源宋体" panose="02020700000000000000" pitchFamily="18" charset="-122"/>
              <a:sym typeface="Arial"/>
            </a:endParaRPr>
          </a:p>
          <a:p>
            <a:pPr>
              <a:lnSpc>
                <a:spcPct val="150000"/>
              </a:lnSpc>
            </a:pPr>
            <a:r>
              <a:rPr lang="en-US" altLang="zh-CN" sz="1600" b="0" dirty="0" smtClean="0">
                <a:solidFill>
                  <a:schemeClr val="tx1"/>
                </a:solidFill>
                <a:latin typeface="思源宋体" panose="02020700000000000000" pitchFamily="18" charset="-122"/>
                <a:ea typeface="思源宋体" panose="02020700000000000000" pitchFamily="18" charset="-122"/>
                <a:sym typeface="Arial"/>
              </a:rPr>
              <a:t>A.</a:t>
            </a:r>
            <a:r>
              <a:rPr lang="zh-CN" altLang="en-US" sz="1600" b="0" dirty="0" smtClean="0">
                <a:solidFill>
                  <a:schemeClr val="tx1"/>
                </a:solidFill>
                <a:latin typeface="思源宋体" panose="02020700000000000000" pitchFamily="18" charset="-122"/>
                <a:ea typeface="思源宋体" panose="02020700000000000000" pitchFamily="18" charset="-122"/>
                <a:sym typeface="Arial"/>
              </a:rPr>
              <a:t>归属关系看上一页</a:t>
            </a:r>
            <a:r>
              <a:rPr lang="en-US" altLang="zh-CN" sz="1600" b="0" dirty="0" smtClean="0">
                <a:solidFill>
                  <a:schemeClr val="tx1"/>
                </a:solidFill>
                <a:latin typeface="思源宋体" panose="02020700000000000000" pitchFamily="18" charset="-122"/>
                <a:ea typeface="思源宋体" panose="02020700000000000000" pitchFamily="18" charset="-122"/>
                <a:sym typeface="Arial"/>
              </a:rPr>
              <a:t>PPT</a:t>
            </a:r>
            <a:r>
              <a:rPr lang="zh-CN" altLang="en-US" sz="1600" b="0" dirty="0" smtClean="0">
                <a:solidFill>
                  <a:schemeClr val="tx1"/>
                </a:solidFill>
                <a:latin typeface="思源宋体" panose="02020700000000000000" pitchFamily="18" charset="-122"/>
                <a:ea typeface="思源宋体" panose="02020700000000000000" pitchFamily="18" charset="-122"/>
                <a:sym typeface="Arial"/>
              </a:rPr>
              <a:t>，该规则是各课常日或者副理统一后的结果，有疑问时直接联系主任或者副理咨询</a:t>
            </a:r>
            <a:endParaRPr lang="en-US" altLang="zh-CN" sz="1600" b="0" dirty="0" smtClean="0">
              <a:solidFill>
                <a:schemeClr val="tx1"/>
              </a:solidFill>
              <a:latin typeface="思源宋体" panose="02020700000000000000" pitchFamily="18" charset="-122"/>
              <a:ea typeface="思源宋体" panose="02020700000000000000" pitchFamily="18" charset="-122"/>
              <a:sym typeface="Arial"/>
            </a:endParaRPr>
          </a:p>
          <a:p>
            <a:pPr>
              <a:lnSpc>
                <a:spcPct val="150000"/>
              </a:lnSpc>
            </a:pPr>
            <a:r>
              <a:rPr lang="zh-CN" altLang="en-US" sz="1600" b="0" dirty="0" smtClean="0">
                <a:solidFill>
                  <a:schemeClr val="tx1"/>
                </a:solidFill>
                <a:latin typeface="思源宋体" panose="02020700000000000000" pitchFamily="18" charset="-122"/>
                <a:ea typeface="思源宋体" panose="02020700000000000000" pitchFamily="18" charset="-122"/>
                <a:sym typeface="Arial"/>
              </a:rPr>
              <a:t>业务问题：报警规则和报警归属生产课等问题找各课主任确认或者查看系统课发布的有关小铃铛的升级公告</a:t>
            </a:r>
            <a:endParaRPr lang="en-US" altLang="zh-CN" sz="1600" b="0" dirty="0" smtClean="0">
              <a:solidFill>
                <a:schemeClr val="tx1"/>
              </a:solidFill>
              <a:latin typeface="思源宋体" panose="02020700000000000000" pitchFamily="18" charset="-122"/>
              <a:ea typeface="思源宋体" panose="02020700000000000000" pitchFamily="18" charset="-122"/>
              <a:sym typeface="Arial"/>
            </a:endParaRPr>
          </a:p>
          <a:p>
            <a:pPr>
              <a:lnSpc>
                <a:spcPct val="150000"/>
              </a:lnSpc>
            </a:pPr>
            <a:r>
              <a:rPr lang="zh-CN" altLang="en-US" sz="1600" b="0" dirty="0" smtClean="0">
                <a:solidFill>
                  <a:schemeClr val="tx1"/>
                </a:solidFill>
                <a:latin typeface="思源宋体" panose="02020700000000000000" pitchFamily="18" charset="-122"/>
                <a:ea typeface="思源宋体" panose="02020700000000000000" pitchFamily="18" charset="-122"/>
                <a:sym typeface="Arial"/>
              </a:rPr>
              <a:t>系统问题：安装异常、运行异常、更新异常、对网页或软件上的数据异常等，找主任反馈，主任统整好反馈给</a:t>
            </a:r>
            <a:r>
              <a:rPr lang="en-US" altLang="zh-CN" sz="1600" b="0" dirty="0" smtClean="0">
                <a:solidFill>
                  <a:schemeClr val="tx1"/>
                </a:solidFill>
                <a:latin typeface="思源宋体" panose="02020700000000000000" pitchFamily="18" charset="-122"/>
                <a:ea typeface="思源宋体" panose="02020700000000000000" pitchFamily="18" charset="-122"/>
                <a:sym typeface="Arial"/>
              </a:rPr>
              <a:t>Reporting</a:t>
            </a:r>
          </a:p>
        </p:txBody>
      </p:sp>
    </p:spTree>
    <p:extLst>
      <p:ext uri="{BB962C8B-B14F-4D97-AF65-F5344CB8AC3E}">
        <p14:creationId xmlns:p14="http://schemas.microsoft.com/office/powerpoint/2010/main" val="22876726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文本框 4"/>
          <p:cNvSpPr txBox="1">
            <a:spLocks noChangeArrowheads="1"/>
          </p:cNvSpPr>
          <p:nvPr/>
        </p:nvSpPr>
        <p:spPr bwMode="auto">
          <a:xfrm>
            <a:off x="457201" y="2967567"/>
            <a:ext cx="263101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dist" eaLnBrk="1" hangingPunct="1">
              <a:spcBef>
                <a:spcPct val="0"/>
              </a:spcBef>
              <a:buFontTx/>
              <a:buNone/>
            </a:pPr>
            <a:r>
              <a:rPr kumimoji="1" lang="en-US" altLang="zh-CN" sz="4800" dirty="0">
                <a:solidFill>
                  <a:srgbClr val="002060"/>
                </a:solidFill>
                <a:latin typeface="思源黑体" panose="020B0800000000000000" pitchFamily="34" charset="-122"/>
                <a:ea typeface="思源黑体" panose="020B0800000000000000" pitchFamily="34" charset="-122"/>
                <a:cs typeface="Abadi MT Condensed Extra Bold"/>
              </a:rPr>
              <a:t>Thanks</a:t>
            </a:r>
          </a:p>
        </p:txBody>
      </p:sp>
      <p:cxnSp>
        <p:nvCxnSpPr>
          <p:cNvPr id="6" name="直线连接符 5"/>
          <p:cNvCxnSpPr/>
          <p:nvPr/>
        </p:nvCxnSpPr>
        <p:spPr>
          <a:xfrm>
            <a:off x="3221567" y="3103034"/>
            <a:ext cx="0" cy="673100"/>
          </a:xfrm>
          <a:prstGeom prst="line">
            <a:avLst/>
          </a:prstGeom>
          <a:ln w="19050">
            <a:solidFill>
              <a:srgbClr val="002060"/>
            </a:solidFill>
          </a:ln>
          <a:effectLst/>
        </p:spPr>
        <p:style>
          <a:lnRef idx="2">
            <a:schemeClr val="accent1"/>
          </a:lnRef>
          <a:fillRef idx="0">
            <a:schemeClr val="accent1"/>
          </a:fillRef>
          <a:effectRef idx="1">
            <a:schemeClr val="accent1"/>
          </a:effectRef>
          <a:fontRef idx="minor">
            <a:schemeClr val="tx1"/>
          </a:fontRef>
        </p:style>
      </p:cxnSp>
      <p:sp>
        <p:nvSpPr>
          <p:cNvPr id="67588" name="文本框 9"/>
          <p:cNvSpPr txBox="1">
            <a:spLocks noChangeArrowheads="1"/>
          </p:cNvSpPr>
          <p:nvPr/>
        </p:nvSpPr>
        <p:spPr bwMode="auto">
          <a:xfrm>
            <a:off x="3378200" y="3009901"/>
            <a:ext cx="115358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1" lang="zh-CN" altLang="en-US" sz="2400" dirty="0">
                <a:solidFill>
                  <a:srgbClr val="002060"/>
                </a:solidFill>
                <a:latin typeface="思源黑体" panose="020B0800000000000000" pitchFamily="34" charset="-122"/>
                <a:ea typeface="思源黑体" panose="020B0800000000000000" pitchFamily="34" charset="-122"/>
                <a:cs typeface="Abadi MT Condensed Light"/>
              </a:rPr>
              <a:t>谢谢</a:t>
            </a:r>
            <a:endParaRPr kumimoji="1" lang="en-US" altLang="zh-CN" sz="2400" dirty="0">
              <a:solidFill>
                <a:srgbClr val="002060"/>
              </a:solidFill>
              <a:latin typeface="思源黑体" panose="020B0800000000000000" pitchFamily="34" charset="-122"/>
              <a:ea typeface="思源黑体" panose="020B0800000000000000" pitchFamily="34" charset="-122"/>
              <a:cs typeface="Abadi MT Condensed Light"/>
            </a:endParaRPr>
          </a:p>
          <a:p>
            <a:pPr eaLnBrk="1" hangingPunct="1">
              <a:spcBef>
                <a:spcPct val="0"/>
              </a:spcBef>
              <a:buFontTx/>
              <a:buNone/>
            </a:pPr>
            <a:r>
              <a:rPr kumimoji="1" lang="zh-CN" altLang="en-US" sz="2400" dirty="0">
                <a:solidFill>
                  <a:srgbClr val="002060"/>
                </a:solidFill>
                <a:latin typeface="思源黑体" panose="020B0800000000000000" pitchFamily="34" charset="-122"/>
                <a:ea typeface="思源黑体" panose="020B0800000000000000" pitchFamily="34" charset="-122"/>
                <a:cs typeface="Abadi MT Condensed Light"/>
              </a:rPr>
              <a:t>聆听</a:t>
            </a:r>
            <a:endParaRPr kumimoji="1" lang="en-US" altLang="zh-CN" sz="2400" dirty="0">
              <a:solidFill>
                <a:srgbClr val="002060"/>
              </a:solidFill>
              <a:latin typeface="思源黑体" panose="020B0800000000000000" pitchFamily="34" charset="-122"/>
              <a:ea typeface="思源黑体" panose="020B0800000000000000" pitchFamily="34" charset="-122"/>
              <a:cs typeface="Abadi MT Condensed Light"/>
            </a:endParaRPr>
          </a:p>
        </p:txBody>
      </p:sp>
    </p:spTree>
    <p:extLst>
      <p:ext uri="{BB962C8B-B14F-4D97-AF65-F5344CB8AC3E}">
        <p14:creationId xmlns:p14="http://schemas.microsoft.com/office/powerpoint/2010/main" val="3716876928"/>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默认主题">
      <a:majorFont>
        <a:latin typeface="思源黑体"/>
        <a:ea typeface="思源黑体"/>
        <a:cs typeface=""/>
      </a:majorFont>
      <a:minorFont>
        <a:latin typeface="思源黑体"/>
        <a:ea typeface="思源黑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rgbClr val="4F80C9"/>
        </a:solidFill>
        <a:ln>
          <a:noFill/>
        </a:ln>
        <a:extLst/>
      </a:spPr>
      <a:bodyPr wrap="square" anchor="ctr">
        <a:spAutoFit/>
      </a:bodyPr>
      <a:lstStyle>
        <a:defPPr marL="285743" indent="-285743" algn="ctr">
          <a:lnSpc>
            <a:spcPct val="200000"/>
          </a:lnSpc>
          <a:buBlip>
            <a:blip xmlns:r="http://schemas.openxmlformats.org/officeDocument/2006/relationships" r:embed="rId1"/>
          </a:buBlip>
          <a:defRPr sz="1050" b="1" dirty="0">
            <a:solidFill>
              <a:srgbClr val="0000FF"/>
            </a:solidFill>
            <a:latin typeface="思源黑体" panose="020B0800000000000000" pitchFamily="34" charset="-122"/>
            <a:ea typeface="思源黑体" panose="020B0800000000000000" pitchFamily="34" charset="-122"/>
            <a:cs typeface="Arial" pitchFamily="34" charset="0"/>
            <a:sym typeface="Wingdings" pitchFamily="2" charset="2"/>
          </a:defRPr>
        </a:defPPr>
      </a:lstStyle>
    </a:spDef>
    <a:lnDef>
      <a:spPr>
        <a:ln w="38100">
          <a:solidFill>
            <a:srgbClr val="FF0000"/>
          </a:solidFill>
          <a:tailEnd type="triangle"/>
        </a:ln>
      </a:spPr>
      <a:bodyPr/>
      <a:lstStyle/>
      <a:style>
        <a:lnRef idx="3">
          <a:schemeClr val="accent2"/>
        </a:lnRef>
        <a:fillRef idx="0">
          <a:schemeClr val="accent2"/>
        </a:fillRef>
        <a:effectRef idx="2">
          <a:schemeClr val="accent2"/>
        </a:effectRef>
        <a:fontRef idx="minor">
          <a:schemeClr val="tx1"/>
        </a:fontRef>
      </a:style>
    </a:lnDef>
    <a:txDef>
      <a:spPr>
        <a:noFill/>
      </a:spPr>
      <a:bodyPr wrap="none" rtlCol="0">
        <a:spAutoFit/>
      </a:bodyPr>
      <a:lstStyle>
        <a:defPPr>
          <a:defRPr sz="1600" dirty="0" smtClean="0">
            <a:latin typeface="思源黑体" panose="020B0800000000000000" pitchFamily="34" charset="-122"/>
            <a:ea typeface="思源黑体" panose="020B0800000000000000"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10831</TotalTime>
  <Words>1813</Words>
  <Application>Microsoft Office PowerPoint</Application>
  <PresentationFormat>宽屏</PresentationFormat>
  <Paragraphs>193</Paragraphs>
  <Slides>25</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25</vt:i4>
      </vt:variant>
    </vt:vector>
  </HeadingPairs>
  <TitlesOfParts>
    <vt:vector size="38" baseType="lpstr">
      <vt:lpstr>Abadi MT Condensed Extra Bold</vt:lpstr>
      <vt:lpstr>Abadi MT Condensed Light</vt:lpstr>
      <vt:lpstr>等线</vt:lpstr>
      <vt:lpstr>思源黑体</vt:lpstr>
      <vt:lpstr>思源黑体 CN Regular</vt:lpstr>
      <vt:lpstr>思源宋体</vt:lpstr>
      <vt:lpstr>思源宋体 CN</vt:lpstr>
      <vt:lpstr>思源宋体 CN Heavy</vt:lpstr>
      <vt:lpstr>宋体</vt:lpstr>
      <vt:lpstr>Arial</vt:lpstr>
      <vt:lpstr>Calibri</vt:lpstr>
      <vt:lpstr>Wingdings</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第一PPT</Manager>
  <Company>第一PPT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第一PPT，www.1ppt.com</dc:creator>
  <cp:keywords>www.1ppt.com</cp:keywords>
  <dc:description>第一PPT</dc:description>
  <cp:lastModifiedBy>张树勋 zhangshuxun</cp:lastModifiedBy>
  <cp:revision>338</cp:revision>
  <dcterms:created xsi:type="dcterms:W3CDTF">2023-07-24T15:14:26Z</dcterms:created>
  <dcterms:modified xsi:type="dcterms:W3CDTF">2025-09-04T06:30:43Z</dcterms:modified>
</cp:coreProperties>
</file>